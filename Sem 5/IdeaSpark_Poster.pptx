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03" y="8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822" y="77751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74503" y="829023"/>
            <a:ext cx="9030900" cy="123234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OF </a:t>
            </a:r>
            <a:r>
              <a:rPr lang="en-US" sz="180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INFORMATION TECHNOLOGY</a:t>
            </a:r>
            <a:endParaRPr sz="1800" b="0" i="0" u="none" strike="noStrike" cap="none" dirty="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 MESSENGER</a:t>
            </a:r>
            <a:endParaRPr sz="2800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based methodology to predict emotion using facial expressions</a:t>
            </a:r>
            <a:br>
              <a:rPr lang="en-US" sz="13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OMKAR RASAL,TANVI BODKE,AJINKYA SATHE, PRATHAMESH PANCHMIRE</a:t>
            </a:r>
            <a:endParaRPr sz="1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9676" y="1330442"/>
            <a:ext cx="2869500" cy="730929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Ishwari </a:t>
            </a:r>
            <a:r>
              <a:rPr lang="en-US" sz="17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Raskar</a:t>
            </a:r>
            <a:endParaRPr sz="1700" b="1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MIT SCHOOL OF COMPUTING </a:t>
            </a:r>
            <a:endParaRPr sz="3200" b="0" i="0" u="none" strike="noStrike" cap="none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7822" y="5256741"/>
            <a:ext cx="4529136" cy="15542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</a:rPr>
              <a:t>Problem </a:t>
            </a:r>
            <a:r>
              <a:rPr lang="en-US" sz="1500" b="1" dirty="0">
                <a:solidFill>
                  <a:schemeClr val="dk1"/>
                </a:solidFill>
              </a:rPr>
              <a:t>statement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0" i="0" u="none" strike="noStrike" baseline="0" dirty="0">
                <a:solidFill>
                  <a:srgbClr val="434343"/>
                </a:solidFill>
                <a:latin typeface="+mj-lt"/>
              </a:rPr>
              <a:t>In today’s increasing technology there are several applications which provides a digital platform for communication but didn’t provide the security for our data as well as for our personal details</a:t>
            </a:r>
            <a:r>
              <a:rPr lang="en-US" sz="1600" b="0" i="0" u="none" strike="noStrike" baseline="0" dirty="0">
                <a:solidFill>
                  <a:srgbClr val="434343"/>
                </a:solidFill>
                <a:latin typeface="Times New Roman" panose="02020603050405020304" pitchFamily="18" charset="0"/>
              </a:rPr>
              <a:t>. </a:t>
            </a:r>
            <a:endParaRPr sz="1600" b="1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4672886" y="5256741"/>
            <a:ext cx="4006108" cy="144650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</a:rPr>
              <a:t>Proposed Solution</a:t>
            </a:r>
            <a:br>
              <a:rPr lang="en-US" sz="1600" b="1" i="0" u="none" strike="noStrike" cap="none" dirty="0">
                <a:solidFill>
                  <a:schemeClr val="dk1"/>
                </a:solidFill>
              </a:rPr>
            </a:br>
            <a:r>
              <a:rPr lang="en-US" sz="1200" dirty="0"/>
              <a:t>develop a Secure Messenger application that ensures the security of communication by using high-level encryption and decryption. The application will allow users to communicate over a cloud environment securely, addressing the issues of data security, storage consumption, and unauthorized access.</a:t>
            </a:r>
            <a:endParaRPr sz="1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678994" y="5256741"/>
            <a:ext cx="3256500" cy="144650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600" b="1" i="0" u="none" strike="noStrike" cap="none" dirty="0">
                <a:solidFill>
                  <a:schemeClr val="dk1"/>
                </a:solidFill>
              </a:rPr>
              <a:t>Scope and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+mj-lt"/>
              </a:rPr>
              <a:t>Feasibility           </a:t>
            </a:r>
            <a:r>
              <a:rPr lang="en-US" sz="1200" dirty="0"/>
              <a:t>project aims to provide a secure, cloud-based communication platform using encryption to protect user data .The app has potential for growth with future features like video calls and file sharing, addressing a strong market demand for secure communication.</a:t>
            </a:r>
            <a:endParaRPr lang="en-US" sz="1200" b="1" i="0" u="none" strike="noStrike" cap="none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554705" y="180102"/>
            <a:ext cx="1556400" cy="585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 DA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E26EC-E61F-5854-106E-6518CB16E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2" y="2041281"/>
            <a:ext cx="4416380" cy="3235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37FD23-6B9C-ED16-15E7-45AABF6E7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452" y="2041281"/>
            <a:ext cx="4002036" cy="3195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10E0DB-D2A4-8EE8-6F69-86381DA3E8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488" y="2061370"/>
            <a:ext cx="3515380" cy="320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177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Omkar Rasal</cp:lastModifiedBy>
  <cp:revision>4</cp:revision>
  <dcterms:modified xsi:type="dcterms:W3CDTF">2024-11-17T10:49:24Z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