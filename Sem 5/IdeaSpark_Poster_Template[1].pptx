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9AA0A6"/>
          </p15:clr>
        </p15:guide>
        <p15:guide id="2" orient="horz" pos="216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" roundtripDataSignature="AMtx7mhRuFwykNNCjoqcS0PKfBNZgLai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7" d="100"/>
          <a:sy n="77" d="100"/>
        </p:scale>
        <p:origin x="840" y="5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7397422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descr="A picture containing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573" y="81285"/>
            <a:ext cx="2920931" cy="135421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3074503" y="829023"/>
            <a:ext cx="9030761" cy="123106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45700" rIns="0" bIns="45700" anchor="t" anchorCtr="0">
            <a:sp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  <a:latin typeface="Century" panose="02040604050505020304" pitchFamily="18" charset="0"/>
              </a:rPr>
              <a:t>DEPARTMENT OF COMPUTER SCIENCE &amp; ENGINEERING</a:t>
            </a:r>
            <a:endParaRPr lang="en-IN" sz="1800" dirty="0">
              <a:solidFill>
                <a:schemeClr val="bg1"/>
              </a:solidFill>
              <a:latin typeface="Century" panose="02040604050505020304" pitchFamily="18" charset="0"/>
            </a:endParaRPr>
          </a:p>
          <a:p>
            <a:pPr algn="l"/>
            <a:r>
              <a:rPr lang="en-IN" sz="2800" b="1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              </a:t>
            </a:r>
            <a:r>
              <a:rPr lang="en-IN" sz="2800" b="1" i="0" dirty="0">
                <a:solidFill>
                  <a:schemeClr val="bg1">
                    <a:lumMod val="95000"/>
                  </a:schemeClr>
                </a:solidFill>
                <a:effectLst/>
                <a:latin typeface="Lato" panose="020F0502020204030203" pitchFamily="34" charset="0"/>
              </a:rPr>
              <a:t>Face Recognition Attendance System </a:t>
            </a:r>
          </a:p>
          <a:p>
            <a:pPr algn="l"/>
            <a:r>
              <a:rPr lang="en-IN" sz="2800" b="1" dirty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Calibri"/>
                <a:cs typeface="Calibri"/>
                <a:sym typeface="Calibri"/>
              </a:rPr>
              <a:t>              </a:t>
            </a:r>
            <a:r>
              <a:rPr lang="en-US" sz="1800" i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Omkar Rasal , Rajdeep </a:t>
            </a:r>
            <a:r>
              <a:rPr lang="en-US" sz="1800" i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Asane</a:t>
            </a:r>
            <a:r>
              <a:rPr lang="en-US" sz="1800" i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, Prathmesh Pawar , </a:t>
            </a:r>
            <a:r>
              <a:rPr lang="en-US" sz="1800" i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Harshal</a:t>
            </a:r>
            <a:r>
              <a:rPr lang="en-US" sz="1800" i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Chaudhari</a:t>
            </a:r>
          </a:p>
        </p:txBody>
      </p:sp>
      <p:sp>
        <p:nvSpPr>
          <p:cNvPr id="87" name="Google Shape;87;p1"/>
          <p:cNvSpPr txBox="1"/>
          <p:nvPr/>
        </p:nvSpPr>
        <p:spPr>
          <a:xfrm>
            <a:off x="153573" y="1435502"/>
            <a:ext cx="2869543" cy="7078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Faculty Guide: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Prof.Rajkumar</a:t>
            </a:r>
            <a:r>
              <a:rPr lang="en-U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Patil</a:t>
            </a:r>
          </a:p>
        </p:txBody>
      </p:sp>
      <p:sp>
        <p:nvSpPr>
          <p:cNvPr id="88" name="Google Shape;88;p1"/>
          <p:cNvSpPr txBox="1"/>
          <p:nvPr/>
        </p:nvSpPr>
        <p:spPr>
          <a:xfrm>
            <a:off x="13013334" y="-393524"/>
            <a:ext cx="4927697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Proposed Architecture/ Diagram:</a:t>
            </a:r>
            <a:endParaRPr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74504" y="170085"/>
            <a:ext cx="7420624" cy="5847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2">
                    <a:lumMod val="75000"/>
                  </a:schemeClr>
                </a:solidFill>
                <a:latin typeface="Century" panose="02040604050505020304" pitchFamily="18" charset="0"/>
              </a:rPr>
              <a:t>MIT SCHOOL OF COMPUTING </a:t>
            </a:r>
            <a:endParaRPr lang="en-IN" sz="3200" dirty="0">
              <a:solidFill>
                <a:schemeClr val="bg2">
                  <a:lumMod val="75000"/>
                </a:schemeClr>
              </a:solidFill>
              <a:latin typeface="Century" panose="020406040505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-3219940" y="2290681"/>
            <a:ext cx="198964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/>
            <a:r>
              <a:rPr lang="en-U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Abstract/ Objectives: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868" y="2259763"/>
            <a:ext cx="4147653" cy="32630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Empathy Chart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45791" y="88197"/>
            <a:ext cx="12105265" cy="6641325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9286B5-F4DF-6F17-02E3-0FEA55D995CF}"/>
              </a:ext>
            </a:extLst>
          </p:cNvPr>
          <p:cNvSpPr txBox="1"/>
          <p:nvPr/>
        </p:nvSpPr>
        <p:spPr>
          <a:xfrm>
            <a:off x="-3345986" y="2629235"/>
            <a:ext cx="286962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can be accessed by unlimited number of users.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2.The user can have access to all the information in the site with limited services and provide extra services to registered users.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3.Only registered members will be provided with communication between user, experts and owner of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house.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r>
              <a:rPr lang="en-IN" dirty="0"/>
              <a:t>4.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. Our  project laid a web based platform for the city guide and can search every place in the city with out taking the help of any personal broker.</a:t>
            </a:r>
            <a:endParaRPr lang="en-IN" dirty="0"/>
          </a:p>
          <a:p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2A0E22-AA9D-C2F1-6AE0-200D91D0B6BF}"/>
              </a:ext>
            </a:extLst>
          </p:cNvPr>
          <p:cNvSpPr/>
          <p:nvPr/>
        </p:nvSpPr>
        <p:spPr>
          <a:xfrm>
            <a:off x="4479285" y="2259763"/>
            <a:ext cx="4147653" cy="32493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Ideation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A7465C-CE8E-92D5-A0A6-F19BD4466D39}"/>
              </a:ext>
            </a:extLst>
          </p:cNvPr>
          <p:cNvSpPr/>
          <p:nvPr/>
        </p:nvSpPr>
        <p:spPr>
          <a:xfrm>
            <a:off x="8781873" y="2259763"/>
            <a:ext cx="3299342" cy="32962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chemeClr val="tx1"/>
                </a:solidFill>
              </a:rPr>
              <a:t>Proposed Block diagram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IN" dirty="0"/>
              <a:t>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D65E0F-6536-F962-D7F5-4B3BF34995C5}"/>
              </a:ext>
            </a:extLst>
          </p:cNvPr>
          <p:cNvSpPr txBox="1"/>
          <p:nvPr/>
        </p:nvSpPr>
        <p:spPr>
          <a:xfrm>
            <a:off x="176697" y="5639248"/>
            <a:ext cx="4190036" cy="157539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Problem Statement:-</a:t>
            </a:r>
            <a:r>
              <a:rPr lang="en-US" sz="11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</a:rPr>
              <a:t>Face recognition-based attendance system is a problem of recognizing face for taking attendance by using face recognition technology based on high definition monitor video and other information technology. facial image for easier recognition</a:t>
            </a:r>
            <a:endParaRPr lang="en-IN" sz="1100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algn="ctr"/>
            <a:endParaRPr lang="en-US" sz="1100" dirty="0">
              <a:solidFill>
                <a:schemeClr val="tx1"/>
              </a:solidFill>
              <a:latin typeface="+mn-lt"/>
            </a:endParaRPr>
          </a:p>
          <a:p>
            <a:pPr algn="ctr"/>
            <a:endParaRPr lang="en-US" sz="1100" dirty="0">
              <a:solidFill>
                <a:schemeClr val="tx1"/>
              </a:solidFill>
              <a:latin typeface="+mn-lt"/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BCAE62-F1C8-5BE0-87DA-29778737AE45}"/>
              </a:ext>
            </a:extLst>
          </p:cNvPr>
          <p:cNvSpPr txBox="1"/>
          <p:nvPr/>
        </p:nvSpPr>
        <p:spPr>
          <a:xfrm>
            <a:off x="4479285" y="5686388"/>
            <a:ext cx="4147653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Proposed Solution</a:t>
            </a:r>
            <a:r>
              <a:rPr lang="en-US" b="1" dirty="0">
                <a:solidFill>
                  <a:schemeClr val="tx1"/>
                </a:solidFill>
              </a:rPr>
              <a:t>:-</a:t>
            </a:r>
            <a:r>
              <a:rPr lang="en-US" sz="1200" b="1" i="0" u="none" strike="noStrike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Face detection is a computer technology used to identify human faces in digital images by determining the location of the faces in the image and extract sub images for each face.</a:t>
            </a:r>
            <a:endParaRPr lang="en-US" sz="1200" b="1" i="0" u="none" strike="noStrike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6D4B26-A82D-25A5-B8BF-5B64D5C05EBC}"/>
              </a:ext>
            </a:extLst>
          </p:cNvPr>
          <p:cNvSpPr txBox="1"/>
          <p:nvPr/>
        </p:nvSpPr>
        <p:spPr>
          <a:xfrm>
            <a:off x="8781873" y="5701458"/>
            <a:ext cx="3256631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Scope and Feasibility</a:t>
            </a:r>
            <a:r>
              <a:rPr lang="en-US" sz="1200" b="1" dirty="0">
                <a:solidFill>
                  <a:schemeClr val="tx1"/>
                </a:solidFill>
                <a:latin typeface="+mn-lt"/>
              </a:rPr>
              <a:t>:-</a:t>
            </a:r>
            <a:r>
              <a:rPr lang="en-US" sz="1200" b="1" i="0" u="none" strike="noStrike" dirty="0">
                <a:solidFill>
                  <a:srgbClr val="000000"/>
                </a:solidFill>
                <a:latin typeface="+mn-lt"/>
              </a:rPr>
              <a:t> Once the software is developed and tested properly, it could be improved to cover full institutions such as the faculty of engineering.</a:t>
            </a:r>
            <a:endParaRPr lang="en-US" sz="1200" b="1" dirty="0">
              <a:solidFill>
                <a:schemeClr val="tx1"/>
              </a:solidFill>
              <a:latin typeface="+mn-lt"/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6" name="Google Shape;87;p1">
            <a:extLst>
              <a:ext uri="{FF2B5EF4-FFF2-40B4-BE49-F238E27FC236}">
                <a16:creationId xmlns:a16="http://schemas.microsoft.com/office/drawing/2014/main" id="{CEC6B75C-49EB-F33F-4AFF-8FF16F13AC6A}"/>
              </a:ext>
            </a:extLst>
          </p:cNvPr>
          <p:cNvSpPr txBox="1"/>
          <p:nvPr/>
        </p:nvSpPr>
        <p:spPr>
          <a:xfrm>
            <a:off x="10565338" y="180102"/>
            <a:ext cx="1556452" cy="58473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: DA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Id:11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CAF95D-F9E5-31D6-539D-36607123EB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1513" y="3071191"/>
            <a:ext cx="3116992" cy="22661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8C7C7E-9B30-B344-8E8E-8F6BD57C6D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317" y="2704476"/>
            <a:ext cx="3666754" cy="263283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2CBD9EC-CF8E-6AED-1F80-D6070F7AF3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8586" y="2800915"/>
            <a:ext cx="4108352" cy="27082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918</TotalTime>
  <Words>246</Words>
  <Application>Microsoft Office PowerPoint</Application>
  <PresentationFormat>Widescreen</PresentationFormat>
  <Paragraphs>59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Century</vt:lpstr>
      <vt:lpstr>Lato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Suresh Kapare</dc:creator>
  <cp:lastModifiedBy>omkar rasal</cp:lastModifiedBy>
  <cp:revision>17</cp:revision>
  <dcterms:created xsi:type="dcterms:W3CDTF">2021-10-01T05:15:36Z</dcterms:created>
  <dcterms:modified xsi:type="dcterms:W3CDTF">2023-08-11T04:04:07Z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65487c9-99ed-4cbc-93a8-0e9b1796bde5_Enabled">
    <vt:lpwstr>true</vt:lpwstr>
  </property>
  <property fmtid="{D5CDD505-2E9C-101B-9397-08002B2CF9AE}" pid="3" name="MSIP_Label_e65487c9-99ed-4cbc-93a8-0e9b1796bde5_SetDate">
    <vt:lpwstr>2023-08-08T08:42:57Z</vt:lpwstr>
  </property>
  <property fmtid="{D5CDD505-2E9C-101B-9397-08002B2CF9AE}" pid="4" name="MSIP_Label_e65487c9-99ed-4cbc-93a8-0e9b1796bde5_Method">
    <vt:lpwstr>Standard</vt:lpwstr>
  </property>
  <property fmtid="{D5CDD505-2E9C-101B-9397-08002B2CF9AE}" pid="5" name="MSIP_Label_e65487c9-99ed-4cbc-93a8-0e9b1796bde5_Name">
    <vt:lpwstr>defa4170-0d19-0005-0004-bc88714345d2</vt:lpwstr>
  </property>
  <property fmtid="{D5CDD505-2E9C-101B-9397-08002B2CF9AE}" pid="6" name="MSIP_Label_e65487c9-99ed-4cbc-93a8-0e9b1796bde5_SiteId">
    <vt:lpwstr>03cb5f0c-1f82-4993-9621-36330f6309ec</vt:lpwstr>
  </property>
  <property fmtid="{D5CDD505-2E9C-101B-9397-08002B2CF9AE}" pid="7" name="MSIP_Label_e65487c9-99ed-4cbc-93a8-0e9b1796bde5_ActionId">
    <vt:lpwstr>a60f17bf-76ab-4b34-ba58-68caf4f4606b</vt:lpwstr>
  </property>
  <property fmtid="{D5CDD505-2E9C-101B-9397-08002B2CF9AE}" pid="8" name="MSIP_Label_e65487c9-99ed-4cbc-93a8-0e9b1796bde5_ContentBits">
    <vt:lpwstr>0</vt:lpwstr>
  </property>
</Properties>
</file>