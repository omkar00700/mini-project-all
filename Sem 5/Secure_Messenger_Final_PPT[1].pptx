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 id="2147483675" r:id="rId2"/>
  </p:sldMasterIdLst>
  <p:notesMasterIdLst>
    <p:notesMasterId r:id="rId15"/>
  </p:notesMasterIdLst>
  <p:sldIdLst>
    <p:sldId id="256" r:id="rId3"/>
    <p:sldId id="259" r:id="rId4"/>
    <p:sldId id="260" r:id="rId5"/>
    <p:sldId id="257" r:id="rId6"/>
    <p:sldId id="301" r:id="rId7"/>
    <p:sldId id="303" r:id="rId8"/>
    <p:sldId id="258" r:id="rId9"/>
    <p:sldId id="267" r:id="rId10"/>
    <p:sldId id="305" r:id="rId11"/>
    <p:sldId id="262" r:id="rId12"/>
    <p:sldId id="306" r:id="rId13"/>
    <p:sldId id="299" r:id="rId14"/>
  </p:sldIdLst>
  <p:sldSz cx="9144000" cy="5143500" type="screen16x9"/>
  <p:notesSz cx="6858000" cy="9144000"/>
  <p:embeddedFontLst>
    <p:embeddedFont>
      <p:font typeface="Century Gothic" panose="020B0502020202020204" pitchFamily="34" charset="0"/>
      <p:regular r:id="rId16"/>
      <p:bold r:id="rId17"/>
      <p:italic r:id="rId18"/>
      <p:boldItalic r:id="rId19"/>
    </p:embeddedFont>
    <p:embeddedFont>
      <p:font typeface="DM Sans" pitchFamily="2" charset="0"/>
      <p:regular r:id="rId20"/>
      <p:bold r:id="rId21"/>
      <p:italic r:id="rId22"/>
      <p:boldItalic r:id="rId23"/>
    </p:embeddedFont>
    <p:embeddedFont>
      <p:font typeface="Passion One" panose="020B0604020202020204" charset="0"/>
      <p:regular r:id="rId24"/>
      <p:bold r:id="rId25"/>
    </p:embeddedFont>
    <p:embeddedFont>
      <p:font typeface="Proxima Nova" panose="020B0604020202020204" charset="0"/>
      <p:regular r:id="rId26"/>
      <p:bold r:id="rId27"/>
      <p:italic r:id="rId28"/>
      <p:boldItalic r:id="rId29"/>
    </p:embeddedFont>
    <p:embeddedFont>
      <p:font typeface="Proxima Nova Semibold" panose="020B0604020202020204" charset="0"/>
      <p:regular r:id="rId30"/>
      <p:bold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80">
          <p15:clr>
            <a:srgbClr val="9AA0A6"/>
          </p15:clr>
        </p15:guide>
        <p15:guide id="2"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726B72"/>
    <a:srgbClr val="434343"/>
    <a:srgbClr val="264D42"/>
    <a:srgbClr val="6DD6B8"/>
    <a:srgbClr val="51756B"/>
    <a:srgbClr val="0402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0E5D5AF-40FA-4A83-AC5D-EEFE33FC7AC8}">
  <a:tblStyle styleId="{A0E5D5AF-40FA-4A83-AC5D-EEFE33FC7AC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61" autoAdjust="0"/>
    <p:restoredTop sz="94660"/>
  </p:normalViewPr>
  <p:slideViewPr>
    <p:cSldViewPr snapToGrid="0">
      <p:cViewPr varScale="1">
        <p:scale>
          <a:sx n="99" d="100"/>
          <a:sy n="99" d="100"/>
        </p:scale>
        <p:origin x="773" y="82"/>
      </p:cViewPr>
      <p:guideLst>
        <p:guide pos="2880"/>
        <p:guide orient="horz" pos="16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1.xml"/><Relationship Id="rId21" Type="http://schemas.openxmlformats.org/officeDocument/2006/relationships/font" Target="fonts/font6.fntdata"/><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9.fntdata"/><Relationship Id="rId32" Type="http://schemas.openxmlformats.org/officeDocument/2006/relationships/font" Target="fonts/font17.fntdata"/><Relationship Id="rId5" Type="http://schemas.openxmlformats.org/officeDocument/2006/relationships/slide" Target="slides/slide3.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75fe98c795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75fe98c795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75fe98c795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75fe98c795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6d590075ef_0_275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6d590075ef_0_27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75fe98c795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75fe98c79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6d590075ef_0_24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6d590075ef_0_24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45674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6d590075ef_0_244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6d590075ef_0_24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74"/>
        <p:cNvGrpSpPr/>
        <p:nvPr/>
      </p:nvGrpSpPr>
      <p:grpSpPr>
        <a:xfrm>
          <a:off x="0" y="0"/>
          <a:ext cx="0" cy="0"/>
          <a:chOff x="0" y="0"/>
          <a:chExt cx="0" cy="0"/>
        </a:xfrm>
      </p:grpSpPr>
      <p:sp>
        <p:nvSpPr>
          <p:cNvPr id="14175" name="Google Shape;14175;g6d590075ef_0_24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76" name="Google Shape;14176;g6d590075ef_0_24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5405576" y="1263788"/>
            <a:ext cx="3417600" cy="20526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dk2"/>
              </a:buClr>
              <a:buSzPts val="6000"/>
              <a:buNone/>
              <a:defRPr sz="6000">
                <a:solidFill>
                  <a:schemeClr val="dk2"/>
                </a:solidFill>
              </a:defRPr>
            </a:lvl1pPr>
            <a:lvl2pPr lvl="1" algn="ctr">
              <a:lnSpc>
                <a:spcPct val="80000"/>
              </a:lnSpc>
              <a:spcBef>
                <a:spcPts val="0"/>
              </a:spcBef>
              <a:spcAft>
                <a:spcPts val="0"/>
              </a:spcAft>
              <a:buClr>
                <a:schemeClr val="dk2"/>
              </a:buClr>
              <a:buSzPts val="7200"/>
              <a:buNone/>
              <a:defRPr sz="7200">
                <a:solidFill>
                  <a:schemeClr val="dk2"/>
                </a:solidFill>
              </a:defRPr>
            </a:lvl2pPr>
            <a:lvl3pPr lvl="2" algn="ctr">
              <a:lnSpc>
                <a:spcPct val="80000"/>
              </a:lnSpc>
              <a:spcBef>
                <a:spcPts val="0"/>
              </a:spcBef>
              <a:spcAft>
                <a:spcPts val="0"/>
              </a:spcAft>
              <a:buClr>
                <a:schemeClr val="dk2"/>
              </a:buClr>
              <a:buSzPts val="7200"/>
              <a:buNone/>
              <a:defRPr sz="7200">
                <a:solidFill>
                  <a:schemeClr val="dk2"/>
                </a:solidFill>
              </a:defRPr>
            </a:lvl3pPr>
            <a:lvl4pPr lvl="3" algn="ctr">
              <a:lnSpc>
                <a:spcPct val="80000"/>
              </a:lnSpc>
              <a:spcBef>
                <a:spcPts val="0"/>
              </a:spcBef>
              <a:spcAft>
                <a:spcPts val="0"/>
              </a:spcAft>
              <a:buClr>
                <a:schemeClr val="dk2"/>
              </a:buClr>
              <a:buSzPts val="7200"/>
              <a:buNone/>
              <a:defRPr sz="7200">
                <a:solidFill>
                  <a:schemeClr val="dk2"/>
                </a:solidFill>
              </a:defRPr>
            </a:lvl4pPr>
            <a:lvl5pPr lvl="4" algn="ctr">
              <a:lnSpc>
                <a:spcPct val="80000"/>
              </a:lnSpc>
              <a:spcBef>
                <a:spcPts val="0"/>
              </a:spcBef>
              <a:spcAft>
                <a:spcPts val="0"/>
              </a:spcAft>
              <a:buClr>
                <a:schemeClr val="dk2"/>
              </a:buClr>
              <a:buSzPts val="7200"/>
              <a:buNone/>
              <a:defRPr sz="7200">
                <a:solidFill>
                  <a:schemeClr val="dk2"/>
                </a:solidFill>
              </a:defRPr>
            </a:lvl5pPr>
            <a:lvl6pPr lvl="5" algn="ctr">
              <a:lnSpc>
                <a:spcPct val="80000"/>
              </a:lnSpc>
              <a:spcBef>
                <a:spcPts val="0"/>
              </a:spcBef>
              <a:spcAft>
                <a:spcPts val="0"/>
              </a:spcAft>
              <a:buClr>
                <a:schemeClr val="dk2"/>
              </a:buClr>
              <a:buSzPts val="7200"/>
              <a:buNone/>
              <a:defRPr sz="7200">
                <a:solidFill>
                  <a:schemeClr val="dk2"/>
                </a:solidFill>
              </a:defRPr>
            </a:lvl6pPr>
            <a:lvl7pPr lvl="6" algn="ctr">
              <a:lnSpc>
                <a:spcPct val="80000"/>
              </a:lnSpc>
              <a:spcBef>
                <a:spcPts val="0"/>
              </a:spcBef>
              <a:spcAft>
                <a:spcPts val="0"/>
              </a:spcAft>
              <a:buClr>
                <a:schemeClr val="dk2"/>
              </a:buClr>
              <a:buSzPts val="7200"/>
              <a:buNone/>
              <a:defRPr sz="7200">
                <a:solidFill>
                  <a:schemeClr val="dk2"/>
                </a:solidFill>
              </a:defRPr>
            </a:lvl7pPr>
            <a:lvl8pPr lvl="7" algn="ctr">
              <a:lnSpc>
                <a:spcPct val="80000"/>
              </a:lnSpc>
              <a:spcBef>
                <a:spcPts val="0"/>
              </a:spcBef>
              <a:spcAft>
                <a:spcPts val="0"/>
              </a:spcAft>
              <a:buClr>
                <a:schemeClr val="dk2"/>
              </a:buClr>
              <a:buSzPts val="7200"/>
              <a:buNone/>
              <a:defRPr sz="7200">
                <a:solidFill>
                  <a:schemeClr val="dk2"/>
                </a:solidFill>
              </a:defRPr>
            </a:lvl8pPr>
            <a:lvl9pPr lvl="8" algn="ctr">
              <a:lnSpc>
                <a:spcPct val="80000"/>
              </a:lnSpc>
              <a:spcBef>
                <a:spcPts val="0"/>
              </a:spcBef>
              <a:spcAft>
                <a:spcPts val="0"/>
              </a:spcAft>
              <a:buClr>
                <a:schemeClr val="dk2"/>
              </a:buClr>
              <a:buSzPts val="7200"/>
              <a:buNone/>
              <a:defRPr sz="7200">
                <a:solidFill>
                  <a:schemeClr val="dk2"/>
                </a:solidFill>
              </a:defRPr>
            </a:lvl9pPr>
          </a:lstStyle>
          <a:p>
            <a:endParaRPr/>
          </a:p>
        </p:txBody>
      </p:sp>
      <p:sp>
        <p:nvSpPr>
          <p:cNvPr id="10" name="Google Shape;10;p2"/>
          <p:cNvSpPr txBox="1">
            <a:spLocks noGrp="1"/>
          </p:cNvSpPr>
          <p:nvPr>
            <p:ph type="subTitle" idx="1"/>
          </p:nvPr>
        </p:nvSpPr>
        <p:spPr>
          <a:xfrm>
            <a:off x="5405575" y="3087113"/>
            <a:ext cx="2736900" cy="79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1"/>
              </a:buClr>
              <a:buSzPts val="1800"/>
              <a:buNone/>
              <a:defRPr>
                <a:solidFill>
                  <a:schemeClr val="accent1"/>
                </a:solidFill>
              </a:defRPr>
            </a:lvl1pPr>
            <a:lvl2pPr lvl="1">
              <a:lnSpc>
                <a:spcPct val="100000"/>
              </a:lnSpc>
              <a:spcBef>
                <a:spcPts val="0"/>
              </a:spcBef>
              <a:spcAft>
                <a:spcPts val="0"/>
              </a:spcAft>
              <a:buClr>
                <a:schemeClr val="accent1"/>
              </a:buClr>
              <a:buSzPts val="2400"/>
              <a:buNone/>
              <a:defRPr sz="2400">
                <a:solidFill>
                  <a:schemeClr val="accent1"/>
                </a:solidFill>
              </a:defRPr>
            </a:lvl2pPr>
            <a:lvl3pPr lvl="2">
              <a:lnSpc>
                <a:spcPct val="100000"/>
              </a:lnSpc>
              <a:spcBef>
                <a:spcPts val="0"/>
              </a:spcBef>
              <a:spcAft>
                <a:spcPts val="0"/>
              </a:spcAft>
              <a:buClr>
                <a:schemeClr val="accent1"/>
              </a:buClr>
              <a:buSzPts val="2400"/>
              <a:buNone/>
              <a:defRPr sz="2400">
                <a:solidFill>
                  <a:schemeClr val="accent1"/>
                </a:solidFill>
              </a:defRPr>
            </a:lvl3pPr>
            <a:lvl4pPr lvl="3">
              <a:lnSpc>
                <a:spcPct val="100000"/>
              </a:lnSpc>
              <a:spcBef>
                <a:spcPts val="0"/>
              </a:spcBef>
              <a:spcAft>
                <a:spcPts val="0"/>
              </a:spcAft>
              <a:buClr>
                <a:schemeClr val="accent1"/>
              </a:buClr>
              <a:buSzPts val="2400"/>
              <a:buNone/>
              <a:defRPr sz="2400">
                <a:solidFill>
                  <a:schemeClr val="accent1"/>
                </a:solidFill>
              </a:defRPr>
            </a:lvl4pPr>
            <a:lvl5pPr lvl="4">
              <a:lnSpc>
                <a:spcPct val="100000"/>
              </a:lnSpc>
              <a:spcBef>
                <a:spcPts val="0"/>
              </a:spcBef>
              <a:spcAft>
                <a:spcPts val="0"/>
              </a:spcAft>
              <a:buClr>
                <a:schemeClr val="accent1"/>
              </a:buClr>
              <a:buSzPts val="2400"/>
              <a:buNone/>
              <a:defRPr sz="2400">
                <a:solidFill>
                  <a:schemeClr val="accent1"/>
                </a:solidFill>
              </a:defRPr>
            </a:lvl5pPr>
            <a:lvl6pPr lvl="5">
              <a:lnSpc>
                <a:spcPct val="100000"/>
              </a:lnSpc>
              <a:spcBef>
                <a:spcPts val="0"/>
              </a:spcBef>
              <a:spcAft>
                <a:spcPts val="0"/>
              </a:spcAft>
              <a:buClr>
                <a:schemeClr val="accent1"/>
              </a:buClr>
              <a:buSzPts val="2400"/>
              <a:buNone/>
              <a:defRPr sz="2400">
                <a:solidFill>
                  <a:schemeClr val="accent1"/>
                </a:solidFill>
              </a:defRPr>
            </a:lvl6pPr>
            <a:lvl7pPr lvl="6">
              <a:lnSpc>
                <a:spcPct val="100000"/>
              </a:lnSpc>
              <a:spcBef>
                <a:spcPts val="0"/>
              </a:spcBef>
              <a:spcAft>
                <a:spcPts val="0"/>
              </a:spcAft>
              <a:buClr>
                <a:schemeClr val="accent1"/>
              </a:buClr>
              <a:buSzPts val="2400"/>
              <a:buNone/>
              <a:defRPr sz="2400">
                <a:solidFill>
                  <a:schemeClr val="accent1"/>
                </a:solidFill>
              </a:defRPr>
            </a:lvl7pPr>
            <a:lvl8pPr lvl="7">
              <a:lnSpc>
                <a:spcPct val="100000"/>
              </a:lnSpc>
              <a:spcBef>
                <a:spcPts val="0"/>
              </a:spcBef>
              <a:spcAft>
                <a:spcPts val="0"/>
              </a:spcAft>
              <a:buClr>
                <a:schemeClr val="accent1"/>
              </a:buClr>
              <a:buSzPts val="2400"/>
              <a:buNone/>
              <a:defRPr sz="2400">
                <a:solidFill>
                  <a:schemeClr val="accent1"/>
                </a:solidFill>
              </a:defRPr>
            </a:lvl8pPr>
            <a:lvl9pPr lvl="8">
              <a:lnSpc>
                <a:spcPct val="100000"/>
              </a:lnSpc>
              <a:spcBef>
                <a:spcPts val="0"/>
              </a:spcBef>
              <a:spcAft>
                <a:spcPts val="0"/>
              </a:spcAft>
              <a:buClr>
                <a:schemeClr val="accent1"/>
              </a:buClr>
              <a:buSzPts val="2400"/>
              <a:buNone/>
              <a:defRPr sz="2400">
                <a:solidFill>
                  <a:schemeClr val="accent1"/>
                </a:solidFill>
              </a:defRPr>
            </a:lvl9pPr>
          </a:lstStyle>
          <a:p>
            <a:endParaRPr/>
          </a:p>
        </p:txBody>
      </p:sp>
      <p:sp>
        <p:nvSpPr>
          <p:cNvPr id="11" name="Google Shape;11;p2"/>
          <p:cNvSpPr/>
          <p:nvPr/>
        </p:nvSpPr>
        <p:spPr>
          <a:xfrm>
            <a:off x="1415500" y="125"/>
            <a:ext cx="33411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255000" y="358163"/>
            <a:ext cx="4201800" cy="44274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p:nvPr/>
        </p:nvSpPr>
        <p:spPr>
          <a:xfrm>
            <a:off x="0" y="4625"/>
            <a:ext cx="4106700" cy="2850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3"/>
          <p:cNvSpPr txBox="1">
            <a:spLocks noGrp="1"/>
          </p:cNvSpPr>
          <p:nvPr>
            <p:ph type="title"/>
          </p:nvPr>
        </p:nvSpPr>
        <p:spPr>
          <a:xfrm>
            <a:off x="704875" y="1458475"/>
            <a:ext cx="3930300" cy="1758300"/>
          </a:xfrm>
          <a:prstGeom prst="rect">
            <a:avLst/>
          </a:prstGeom>
          <a:noFill/>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6" name="Google Shape;16;p3"/>
          <p:cNvSpPr txBox="1">
            <a:spLocks noGrp="1"/>
          </p:cNvSpPr>
          <p:nvPr>
            <p:ph type="subTitle" idx="1"/>
          </p:nvPr>
        </p:nvSpPr>
        <p:spPr>
          <a:xfrm>
            <a:off x="704875" y="3039300"/>
            <a:ext cx="3099000" cy="7176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a:lvl1pPr>
            <a:lvl2pPr lvl="1" algn="r" rtl="0">
              <a:lnSpc>
                <a:spcPct val="100000"/>
              </a:lnSpc>
              <a:spcBef>
                <a:spcPts val="0"/>
              </a:spcBef>
              <a:spcAft>
                <a:spcPts val="0"/>
              </a:spcAft>
              <a:buSzPts val="1800"/>
              <a:buNone/>
              <a:defRPr sz="1800"/>
            </a:lvl2pPr>
            <a:lvl3pPr lvl="2" algn="r" rtl="0">
              <a:lnSpc>
                <a:spcPct val="100000"/>
              </a:lnSpc>
              <a:spcBef>
                <a:spcPts val="0"/>
              </a:spcBef>
              <a:spcAft>
                <a:spcPts val="0"/>
              </a:spcAft>
              <a:buSzPts val="1800"/>
              <a:buNone/>
              <a:defRPr sz="1800"/>
            </a:lvl3pPr>
            <a:lvl4pPr lvl="3" algn="r" rtl="0">
              <a:lnSpc>
                <a:spcPct val="100000"/>
              </a:lnSpc>
              <a:spcBef>
                <a:spcPts val="0"/>
              </a:spcBef>
              <a:spcAft>
                <a:spcPts val="0"/>
              </a:spcAft>
              <a:buSzPts val="1800"/>
              <a:buNone/>
              <a:defRPr sz="1800"/>
            </a:lvl4pPr>
            <a:lvl5pPr lvl="4" algn="r" rtl="0">
              <a:lnSpc>
                <a:spcPct val="100000"/>
              </a:lnSpc>
              <a:spcBef>
                <a:spcPts val="0"/>
              </a:spcBef>
              <a:spcAft>
                <a:spcPts val="0"/>
              </a:spcAft>
              <a:buSzPts val="1800"/>
              <a:buNone/>
              <a:defRPr sz="1800"/>
            </a:lvl5pPr>
            <a:lvl6pPr lvl="5" algn="r" rtl="0">
              <a:lnSpc>
                <a:spcPct val="100000"/>
              </a:lnSpc>
              <a:spcBef>
                <a:spcPts val="0"/>
              </a:spcBef>
              <a:spcAft>
                <a:spcPts val="0"/>
              </a:spcAft>
              <a:buSzPts val="1800"/>
              <a:buNone/>
              <a:defRPr sz="1800"/>
            </a:lvl6pPr>
            <a:lvl7pPr lvl="6" algn="r" rtl="0">
              <a:lnSpc>
                <a:spcPct val="100000"/>
              </a:lnSpc>
              <a:spcBef>
                <a:spcPts val="0"/>
              </a:spcBef>
              <a:spcAft>
                <a:spcPts val="0"/>
              </a:spcAft>
              <a:buSzPts val="1800"/>
              <a:buNone/>
              <a:defRPr sz="1800"/>
            </a:lvl7pPr>
            <a:lvl8pPr lvl="7" algn="r" rtl="0">
              <a:lnSpc>
                <a:spcPct val="100000"/>
              </a:lnSpc>
              <a:spcBef>
                <a:spcPts val="0"/>
              </a:spcBef>
              <a:spcAft>
                <a:spcPts val="0"/>
              </a:spcAft>
              <a:buSzPts val="1800"/>
              <a:buNone/>
              <a:defRPr sz="1800"/>
            </a:lvl8pPr>
            <a:lvl9pPr lvl="8" algn="r" rtl="0">
              <a:lnSpc>
                <a:spcPct val="100000"/>
              </a:lnSpc>
              <a:spcBef>
                <a:spcPts val="0"/>
              </a:spcBef>
              <a:spcAft>
                <a:spcPts val="0"/>
              </a:spcAft>
              <a:buSzPts val="1800"/>
              <a:buNone/>
              <a:defRPr sz="1800"/>
            </a:lvl9pPr>
          </a:lstStyle>
          <a:p>
            <a:endParaRPr/>
          </a:p>
        </p:txBody>
      </p:sp>
      <p:sp>
        <p:nvSpPr>
          <p:cNvPr id="17" name="Google Shape;17;p3"/>
          <p:cNvSpPr txBox="1">
            <a:spLocks noGrp="1"/>
          </p:cNvSpPr>
          <p:nvPr>
            <p:ph type="title" idx="2" hasCustomPrompt="1"/>
          </p:nvPr>
        </p:nvSpPr>
        <p:spPr>
          <a:xfrm>
            <a:off x="704875" y="950575"/>
            <a:ext cx="1554600" cy="8127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a:off x="-18300" y="-40625"/>
            <a:ext cx="768900" cy="397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txBox="1">
            <a:spLocks noGrp="1"/>
          </p:cNvSpPr>
          <p:nvPr>
            <p:ph type="body" idx="1"/>
          </p:nvPr>
        </p:nvSpPr>
        <p:spPr>
          <a:xfrm>
            <a:off x="5385250" y="1015950"/>
            <a:ext cx="2965500" cy="3416400"/>
          </a:xfrm>
          <a:prstGeom prst="rect">
            <a:avLst/>
          </a:prstGeom>
        </p:spPr>
        <p:txBody>
          <a:bodyPr spcFirstLastPara="1" wrap="square" lIns="91425" tIns="91425" rIns="91425" bIns="91425" anchor="ctr" anchorCtr="0">
            <a:noAutofit/>
          </a:bodyPr>
          <a:lstStyle>
            <a:lvl1pPr marL="457200" lvl="0" indent="-317500">
              <a:spcBef>
                <a:spcPts val="0"/>
              </a:spcBef>
              <a:spcAft>
                <a:spcPts val="0"/>
              </a:spcAft>
              <a:buSzPts val="1400"/>
              <a:buChar char="●"/>
              <a:defRPr sz="1400"/>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1" name="Google Shape;21;p4"/>
          <p:cNvSpPr txBox="1">
            <a:spLocks noGrp="1"/>
          </p:cNvSpPr>
          <p:nvPr>
            <p:ph type="title"/>
          </p:nvPr>
        </p:nvSpPr>
        <p:spPr>
          <a:xfrm rot="-5400000">
            <a:off x="-639250" y="1601225"/>
            <a:ext cx="2788800" cy="5727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7"/>
        <p:cNvGrpSpPr/>
        <p:nvPr/>
      </p:nvGrpSpPr>
      <p:grpSpPr>
        <a:xfrm>
          <a:off x="0" y="0"/>
          <a:ext cx="0" cy="0"/>
          <a:chOff x="0" y="0"/>
          <a:chExt cx="0" cy="0"/>
        </a:xfrm>
      </p:grpSpPr>
      <p:sp>
        <p:nvSpPr>
          <p:cNvPr id="48" name="Google Shape;48;p10"/>
          <p:cNvSpPr txBox="1">
            <a:spLocks noGrp="1"/>
          </p:cNvSpPr>
          <p:nvPr>
            <p:ph type="body" idx="1"/>
          </p:nvPr>
        </p:nvSpPr>
        <p:spPr>
          <a:xfrm>
            <a:off x="5930825" y="4021675"/>
            <a:ext cx="2719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400"/>
              <a:buNone/>
              <a:defRPr sz="1400"/>
            </a:lvl1pPr>
          </a:lstStyle>
          <a:p>
            <a:endParaRPr/>
          </a:p>
        </p:txBody>
      </p:sp>
      <p:sp>
        <p:nvSpPr>
          <p:cNvPr id="49" name="Google Shape;49;p10"/>
          <p:cNvSpPr/>
          <p:nvPr/>
        </p:nvSpPr>
        <p:spPr>
          <a:xfrm>
            <a:off x="-18300" y="-40625"/>
            <a:ext cx="768900" cy="397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0"/>
          <p:cNvSpPr txBox="1">
            <a:spLocks noGrp="1"/>
          </p:cNvSpPr>
          <p:nvPr>
            <p:ph type="title"/>
          </p:nvPr>
        </p:nvSpPr>
        <p:spPr>
          <a:xfrm rot="-5400000">
            <a:off x="-639250" y="1601225"/>
            <a:ext cx="2788800" cy="5727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1" name="Google Shape;51;p10"/>
          <p:cNvSpPr/>
          <p:nvPr/>
        </p:nvSpPr>
        <p:spPr>
          <a:xfrm>
            <a:off x="378575" y="-85900"/>
            <a:ext cx="781800" cy="46992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Bullet Points ">
  <p:cSld name="TITLE_AND_TWO_COLUMNS_1_1">
    <p:spTree>
      <p:nvGrpSpPr>
        <p:cNvPr id="1" name="Shape 58"/>
        <p:cNvGrpSpPr/>
        <p:nvPr/>
      </p:nvGrpSpPr>
      <p:grpSpPr>
        <a:xfrm>
          <a:off x="0" y="0"/>
          <a:ext cx="0" cy="0"/>
          <a:chOff x="0" y="0"/>
          <a:chExt cx="0" cy="0"/>
        </a:xfrm>
      </p:grpSpPr>
      <p:sp>
        <p:nvSpPr>
          <p:cNvPr id="59" name="Google Shape;59;p13"/>
          <p:cNvSpPr txBox="1">
            <a:spLocks noGrp="1"/>
          </p:cNvSpPr>
          <p:nvPr>
            <p:ph type="body" idx="1"/>
          </p:nvPr>
        </p:nvSpPr>
        <p:spPr>
          <a:xfrm>
            <a:off x="1667925" y="538800"/>
            <a:ext cx="6839400" cy="37239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sz="1300"/>
            </a:lvl1pPr>
            <a:lvl2pPr marL="914400" lvl="1" indent="-311150" rtl="0">
              <a:spcBef>
                <a:spcPts val="1600"/>
              </a:spcBef>
              <a:spcAft>
                <a:spcPts val="0"/>
              </a:spcAft>
              <a:buSzPts val="1300"/>
              <a:buChar char="○"/>
              <a:defRPr sz="1300"/>
            </a:lvl2pPr>
            <a:lvl3pPr marL="1371600" lvl="2" indent="-311150" rtl="0">
              <a:spcBef>
                <a:spcPts val="1600"/>
              </a:spcBef>
              <a:spcAft>
                <a:spcPts val="0"/>
              </a:spcAft>
              <a:buSzPts val="1300"/>
              <a:buChar char="■"/>
              <a:defRPr sz="1300"/>
            </a:lvl3pPr>
            <a:lvl4pPr marL="1828800" lvl="3" indent="-311150" rtl="0">
              <a:spcBef>
                <a:spcPts val="1600"/>
              </a:spcBef>
              <a:spcAft>
                <a:spcPts val="0"/>
              </a:spcAft>
              <a:buSzPts val="1300"/>
              <a:buChar char="●"/>
              <a:defRPr sz="1300"/>
            </a:lvl4pPr>
            <a:lvl5pPr marL="2286000" lvl="4" indent="-311150" rtl="0">
              <a:spcBef>
                <a:spcPts val="1600"/>
              </a:spcBef>
              <a:spcAft>
                <a:spcPts val="0"/>
              </a:spcAft>
              <a:buSzPts val="1300"/>
              <a:buChar char="○"/>
              <a:defRPr sz="1300"/>
            </a:lvl5pPr>
            <a:lvl6pPr marL="2743200" lvl="5" indent="-311150" rtl="0">
              <a:spcBef>
                <a:spcPts val="1600"/>
              </a:spcBef>
              <a:spcAft>
                <a:spcPts val="0"/>
              </a:spcAft>
              <a:buSzPts val="1300"/>
              <a:buChar char="■"/>
              <a:defRPr sz="1300"/>
            </a:lvl6pPr>
            <a:lvl7pPr marL="3200400" lvl="6" indent="-311150" rtl="0">
              <a:spcBef>
                <a:spcPts val="1600"/>
              </a:spcBef>
              <a:spcAft>
                <a:spcPts val="0"/>
              </a:spcAft>
              <a:buSzPts val="1300"/>
              <a:buChar char="●"/>
              <a:defRPr sz="1300"/>
            </a:lvl7pPr>
            <a:lvl8pPr marL="3657600" lvl="7" indent="-311150" rtl="0">
              <a:spcBef>
                <a:spcPts val="1600"/>
              </a:spcBef>
              <a:spcAft>
                <a:spcPts val="0"/>
              </a:spcAft>
              <a:buSzPts val="1300"/>
              <a:buChar char="○"/>
              <a:defRPr sz="1300"/>
            </a:lvl8pPr>
            <a:lvl9pPr marL="4114800" lvl="8" indent="-311150" rtl="0">
              <a:spcBef>
                <a:spcPts val="1600"/>
              </a:spcBef>
              <a:spcAft>
                <a:spcPts val="1600"/>
              </a:spcAft>
              <a:buSzPts val="1300"/>
              <a:buChar char="■"/>
              <a:defRPr sz="1300"/>
            </a:lvl9pPr>
          </a:lstStyle>
          <a:p>
            <a:endParaRPr/>
          </a:p>
        </p:txBody>
      </p:sp>
      <p:sp>
        <p:nvSpPr>
          <p:cNvPr id="60" name="Google Shape;60;p13"/>
          <p:cNvSpPr/>
          <p:nvPr/>
        </p:nvSpPr>
        <p:spPr>
          <a:xfrm>
            <a:off x="-18300" y="-40625"/>
            <a:ext cx="768900" cy="5184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3"/>
          <p:cNvSpPr txBox="1">
            <a:spLocks noGrp="1"/>
          </p:cNvSpPr>
          <p:nvPr>
            <p:ph type="title"/>
          </p:nvPr>
        </p:nvSpPr>
        <p:spPr>
          <a:xfrm rot="-5400000">
            <a:off x="-1228750" y="2190600"/>
            <a:ext cx="3967800" cy="5727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2" name="Google Shape;62;p13"/>
          <p:cNvSpPr/>
          <p:nvPr/>
        </p:nvSpPr>
        <p:spPr>
          <a:xfrm>
            <a:off x="378575" y="-85900"/>
            <a:ext cx="781800" cy="46992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TITLE_ONLY_1">
    <p:spTree>
      <p:nvGrpSpPr>
        <p:cNvPr id="1" name="Shape 63"/>
        <p:cNvGrpSpPr/>
        <p:nvPr/>
      </p:nvGrpSpPr>
      <p:grpSpPr>
        <a:xfrm>
          <a:off x="0" y="0"/>
          <a:ext cx="0" cy="0"/>
          <a:chOff x="0" y="0"/>
          <a:chExt cx="0" cy="0"/>
        </a:xfrm>
      </p:grpSpPr>
      <p:sp>
        <p:nvSpPr>
          <p:cNvPr id="64" name="Google Shape;64;p14"/>
          <p:cNvSpPr/>
          <p:nvPr/>
        </p:nvSpPr>
        <p:spPr>
          <a:xfrm>
            <a:off x="757125" y="695925"/>
            <a:ext cx="8386800" cy="4447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4"/>
          <p:cNvSpPr/>
          <p:nvPr/>
        </p:nvSpPr>
        <p:spPr>
          <a:xfrm>
            <a:off x="378575" y="-85900"/>
            <a:ext cx="781800" cy="46992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4"/>
          <p:cNvSpPr txBox="1">
            <a:spLocks noGrp="1"/>
          </p:cNvSpPr>
          <p:nvPr>
            <p:ph type="title"/>
          </p:nvPr>
        </p:nvSpPr>
        <p:spPr>
          <a:xfrm rot="-5400000">
            <a:off x="-228850" y="1190800"/>
            <a:ext cx="1968000" cy="5727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14"/>
          <p:cNvSpPr txBox="1">
            <a:spLocks noGrp="1"/>
          </p:cNvSpPr>
          <p:nvPr>
            <p:ph type="title" idx="2"/>
          </p:nvPr>
        </p:nvSpPr>
        <p:spPr>
          <a:xfrm>
            <a:off x="1392099" y="2183375"/>
            <a:ext cx="1693500" cy="98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68" name="Google Shape;68;p14"/>
          <p:cNvSpPr txBox="1">
            <a:spLocks noGrp="1"/>
          </p:cNvSpPr>
          <p:nvPr>
            <p:ph type="subTitle" idx="1"/>
          </p:nvPr>
        </p:nvSpPr>
        <p:spPr>
          <a:xfrm>
            <a:off x="1461556" y="3190275"/>
            <a:ext cx="1554600" cy="98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69" name="Google Shape;69;p14"/>
          <p:cNvSpPr txBox="1">
            <a:spLocks noGrp="1"/>
          </p:cNvSpPr>
          <p:nvPr>
            <p:ph type="title" idx="3"/>
          </p:nvPr>
        </p:nvSpPr>
        <p:spPr>
          <a:xfrm>
            <a:off x="3159175" y="2183375"/>
            <a:ext cx="1693500" cy="98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70" name="Google Shape;70;p14"/>
          <p:cNvSpPr txBox="1">
            <a:spLocks noGrp="1"/>
          </p:cNvSpPr>
          <p:nvPr>
            <p:ph type="subTitle" idx="4"/>
          </p:nvPr>
        </p:nvSpPr>
        <p:spPr>
          <a:xfrm>
            <a:off x="3228627" y="3190275"/>
            <a:ext cx="1554600" cy="98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71" name="Google Shape;71;p14"/>
          <p:cNvSpPr txBox="1">
            <a:spLocks noGrp="1"/>
          </p:cNvSpPr>
          <p:nvPr>
            <p:ph type="title" idx="5"/>
          </p:nvPr>
        </p:nvSpPr>
        <p:spPr>
          <a:xfrm>
            <a:off x="4926250" y="2183375"/>
            <a:ext cx="1693500" cy="98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72" name="Google Shape;72;p14"/>
          <p:cNvSpPr txBox="1">
            <a:spLocks noGrp="1"/>
          </p:cNvSpPr>
          <p:nvPr>
            <p:ph type="subTitle" idx="6"/>
          </p:nvPr>
        </p:nvSpPr>
        <p:spPr>
          <a:xfrm>
            <a:off x="4995698" y="3190275"/>
            <a:ext cx="1554600" cy="98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73" name="Google Shape;73;p14"/>
          <p:cNvSpPr txBox="1">
            <a:spLocks noGrp="1"/>
          </p:cNvSpPr>
          <p:nvPr>
            <p:ph type="title" idx="7"/>
          </p:nvPr>
        </p:nvSpPr>
        <p:spPr>
          <a:xfrm>
            <a:off x="6693325" y="2183375"/>
            <a:ext cx="1693500" cy="98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74" name="Google Shape;74;p14"/>
          <p:cNvSpPr txBox="1">
            <a:spLocks noGrp="1"/>
          </p:cNvSpPr>
          <p:nvPr>
            <p:ph type="subTitle" idx="8"/>
          </p:nvPr>
        </p:nvSpPr>
        <p:spPr>
          <a:xfrm>
            <a:off x="6762768" y="3190275"/>
            <a:ext cx="1554600" cy="98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75" name="Google Shape;75;p14"/>
          <p:cNvSpPr txBox="1">
            <a:spLocks noGrp="1"/>
          </p:cNvSpPr>
          <p:nvPr>
            <p:ph type="title" idx="9" hasCustomPrompt="1"/>
          </p:nvPr>
        </p:nvSpPr>
        <p:spPr>
          <a:xfrm>
            <a:off x="4995700" y="1724650"/>
            <a:ext cx="1554600" cy="812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r>
              <a:t>xx%</a:t>
            </a:r>
          </a:p>
        </p:txBody>
      </p:sp>
      <p:sp>
        <p:nvSpPr>
          <p:cNvPr id="76" name="Google Shape;76;p14"/>
          <p:cNvSpPr txBox="1">
            <a:spLocks noGrp="1"/>
          </p:cNvSpPr>
          <p:nvPr>
            <p:ph type="title" idx="13" hasCustomPrompt="1"/>
          </p:nvPr>
        </p:nvSpPr>
        <p:spPr>
          <a:xfrm>
            <a:off x="1461550" y="1724650"/>
            <a:ext cx="1554600" cy="812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r>
              <a:t>xx%</a:t>
            </a:r>
          </a:p>
        </p:txBody>
      </p:sp>
      <p:sp>
        <p:nvSpPr>
          <p:cNvPr id="77" name="Google Shape;77;p14"/>
          <p:cNvSpPr txBox="1">
            <a:spLocks noGrp="1"/>
          </p:cNvSpPr>
          <p:nvPr>
            <p:ph type="title" idx="14" hasCustomPrompt="1"/>
          </p:nvPr>
        </p:nvSpPr>
        <p:spPr>
          <a:xfrm>
            <a:off x="3228625" y="1724650"/>
            <a:ext cx="1554600" cy="812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r>
              <a:t>xx%</a:t>
            </a:r>
          </a:p>
        </p:txBody>
      </p:sp>
      <p:sp>
        <p:nvSpPr>
          <p:cNvPr id="78" name="Google Shape;78;p14"/>
          <p:cNvSpPr txBox="1">
            <a:spLocks noGrp="1"/>
          </p:cNvSpPr>
          <p:nvPr>
            <p:ph type="title" idx="15" hasCustomPrompt="1"/>
          </p:nvPr>
        </p:nvSpPr>
        <p:spPr>
          <a:xfrm>
            <a:off x="6762775" y="1724650"/>
            <a:ext cx="1554600" cy="812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r>
              <a:t>xx%</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Three Columns">
  <p:cSld name="TITLE_ONLY_2_1">
    <p:bg>
      <p:bgPr>
        <a:solidFill>
          <a:schemeClr val="accent1"/>
        </a:solidFill>
        <a:effectLst/>
      </p:bgPr>
    </p:bg>
    <p:spTree>
      <p:nvGrpSpPr>
        <p:cNvPr id="1" name="Shape 90"/>
        <p:cNvGrpSpPr/>
        <p:nvPr/>
      </p:nvGrpSpPr>
      <p:grpSpPr>
        <a:xfrm>
          <a:off x="0" y="0"/>
          <a:ext cx="0" cy="0"/>
          <a:chOff x="0" y="0"/>
          <a:chExt cx="0" cy="0"/>
        </a:xfrm>
      </p:grpSpPr>
      <p:sp>
        <p:nvSpPr>
          <p:cNvPr id="91" name="Google Shape;91;p16"/>
          <p:cNvSpPr/>
          <p:nvPr/>
        </p:nvSpPr>
        <p:spPr>
          <a:xfrm>
            <a:off x="-18300" y="-40625"/>
            <a:ext cx="768900" cy="3972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6"/>
          <p:cNvSpPr txBox="1">
            <a:spLocks noGrp="1"/>
          </p:cNvSpPr>
          <p:nvPr>
            <p:ph type="title"/>
          </p:nvPr>
        </p:nvSpPr>
        <p:spPr>
          <a:xfrm rot="-5400000">
            <a:off x="-639250" y="1601225"/>
            <a:ext cx="2788800" cy="5727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3" name="Google Shape;93;p16"/>
          <p:cNvSpPr txBox="1">
            <a:spLocks noGrp="1"/>
          </p:cNvSpPr>
          <p:nvPr>
            <p:ph type="subTitle" idx="1"/>
          </p:nvPr>
        </p:nvSpPr>
        <p:spPr>
          <a:xfrm>
            <a:off x="2061769" y="2346200"/>
            <a:ext cx="1554600" cy="81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4" name="Google Shape;94;p16"/>
          <p:cNvSpPr txBox="1">
            <a:spLocks noGrp="1"/>
          </p:cNvSpPr>
          <p:nvPr>
            <p:ph type="title" idx="2" hasCustomPrompt="1"/>
          </p:nvPr>
        </p:nvSpPr>
        <p:spPr>
          <a:xfrm>
            <a:off x="2061769" y="1840300"/>
            <a:ext cx="1554600" cy="538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3000"/>
              <a:buNone/>
              <a:defRPr sz="3000">
                <a:solidFill>
                  <a:schemeClr val="lt1"/>
                </a:solidFill>
              </a:defRPr>
            </a:lvl1pPr>
            <a:lvl2pPr lvl="1" algn="ctr" rtl="0">
              <a:spcBef>
                <a:spcPts val="0"/>
              </a:spcBef>
              <a:spcAft>
                <a:spcPts val="0"/>
              </a:spcAft>
              <a:buClr>
                <a:schemeClr val="lt1"/>
              </a:buClr>
              <a:buSzPts val="3000"/>
              <a:buNone/>
              <a:defRPr sz="3000">
                <a:solidFill>
                  <a:schemeClr val="lt1"/>
                </a:solidFill>
              </a:defRPr>
            </a:lvl2pPr>
            <a:lvl3pPr lvl="2" algn="ctr" rtl="0">
              <a:spcBef>
                <a:spcPts val="0"/>
              </a:spcBef>
              <a:spcAft>
                <a:spcPts val="0"/>
              </a:spcAft>
              <a:buClr>
                <a:schemeClr val="lt1"/>
              </a:buClr>
              <a:buSzPts val="3000"/>
              <a:buNone/>
              <a:defRPr sz="3000">
                <a:solidFill>
                  <a:schemeClr val="lt1"/>
                </a:solidFill>
              </a:defRPr>
            </a:lvl3pPr>
            <a:lvl4pPr lvl="3" algn="ctr" rtl="0">
              <a:spcBef>
                <a:spcPts val="0"/>
              </a:spcBef>
              <a:spcAft>
                <a:spcPts val="0"/>
              </a:spcAft>
              <a:buClr>
                <a:schemeClr val="lt1"/>
              </a:buClr>
              <a:buSzPts val="3000"/>
              <a:buNone/>
              <a:defRPr sz="3000">
                <a:solidFill>
                  <a:schemeClr val="lt1"/>
                </a:solidFill>
              </a:defRPr>
            </a:lvl4pPr>
            <a:lvl5pPr lvl="4" algn="ctr" rtl="0">
              <a:spcBef>
                <a:spcPts val="0"/>
              </a:spcBef>
              <a:spcAft>
                <a:spcPts val="0"/>
              </a:spcAft>
              <a:buClr>
                <a:schemeClr val="lt1"/>
              </a:buClr>
              <a:buSzPts val="3000"/>
              <a:buNone/>
              <a:defRPr sz="3000">
                <a:solidFill>
                  <a:schemeClr val="lt1"/>
                </a:solidFill>
              </a:defRPr>
            </a:lvl5pPr>
            <a:lvl6pPr lvl="5" algn="ctr" rtl="0">
              <a:spcBef>
                <a:spcPts val="0"/>
              </a:spcBef>
              <a:spcAft>
                <a:spcPts val="0"/>
              </a:spcAft>
              <a:buClr>
                <a:schemeClr val="lt1"/>
              </a:buClr>
              <a:buSzPts val="3000"/>
              <a:buNone/>
              <a:defRPr sz="3000">
                <a:solidFill>
                  <a:schemeClr val="lt1"/>
                </a:solidFill>
              </a:defRPr>
            </a:lvl6pPr>
            <a:lvl7pPr lvl="6" algn="ctr" rtl="0">
              <a:spcBef>
                <a:spcPts val="0"/>
              </a:spcBef>
              <a:spcAft>
                <a:spcPts val="0"/>
              </a:spcAft>
              <a:buClr>
                <a:schemeClr val="lt1"/>
              </a:buClr>
              <a:buSzPts val="3000"/>
              <a:buNone/>
              <a:defRPr sz="3000">
                <a:solidFill>
                  <a:schemeClr val="lt1"/>
                </a:solidFill>
              </a:defRPr>
            </a:lvl7pPr>
            <a:lvl8pPr lvl="7" algn="ctr" rtl="0">
              <a:spcBef>
                <a:spcPts val="0"/>
              </a:spcBef>
              <a:spcAft>
                <a:spcPts val="0"/>
              </a:spcAft>
              <a:buClr>
                <a:schemeClr val="lt1"/>
              </a:buClr>
              <a:buSzPts val="3000"/>
              <a:buNone/>
              <a:defRPr sz="3000">
                <a:solidFill>
                  <a:schemeClr val="lt1"/>
                </a:solidFill>
              </a:defRPr>
            </a:lvl8pPr>
            <a:lvl9pPr lvl="8" algn="ctr" rtl="0">
              <a:spcBef>
                <a:spcPts val="0"/>
              </a:spcBef>
              <a:spcAft>
                <a:spcPts val="0"/>
              </a:spcAft>
              <a:buClr>
                <a:schemeClr val="lt1"/>
              </a:buClr>
              <a:buSzPts val="3000"/>
              <a:buNone/>
              <a:defRPr sz="3000">
                <a:solidFill>
                  <a:schemeClr val="lt1"/>
                </a:solidFill>
              </a:defRPr>
            </a:lvl9pPr>
          </a:lstStyle>
          <a:p>
            <a:r>
              <a:t>xx%</a:t>
            </a:r>
          </a:p>
        </p:txBody>
      </p:sp>
      <p:sp>
        <p:nvSpPr>
          <p:cNvPr id="95" name="Google Shape;95;p16"/>
          <p:cNvSpPr txBox="1">
            <a:spLocks noGrp="1"/>
          </p:cNvSpPr>
          <p:nvPr>
            <p:ph type="subTitle" idx="3"/>
          </p:nvPr>
        </p:nvSpPr>
        <p:spPr>
          <a:xfrm>
            <a:off x="4366644" y="3641600"/>
            <a:ext cx="1554600" cy="81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6" name="Google Shape;96;p16"/>
          <p:cNvSpPr txBox="1">
            <a:spLocks noGrp="1"/>
          </p:cNvSpPr>
          <p:nvPr>
            <p:ph type="title" idx="4" hasCustomPrompt="1"/>
          </p:nvPr>
        </p:nvSpPr>
        <p:spPr>
          <a:xfrm>
            <a:off x="4366644" y="3135675"/>
            <a:ext cx="1554600" cy="538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3000"/>
              <a:buNone/>
              <a:defRPr sz="3000">
                <a:solidFill>
                  <a:schemeClr val="lt1"/>
                </a:solidFill>
              </a:defRPr>
            </a:lvl1pPr>
            <a:lvl2pPr lvl="1" algn="ctr" rtl="0">
              <a:spcBef>
                <a:spcPts val="0"/>
              </a:spcBef>
              <a:spcAft>
                <a:spcPts val="0"/>
              </a:spcAft>
              <a:buClr>
                <a:schemeClr val="lt1"/>
              </a:buClr>
              <a:buSzPts val="3000"/>
              <a:buNone/>
              <a:defRPr sz="3000">
                <a:solidFill>
                  <a:schemeClr val="lt1"/>
                </a:solidFill>
              </a:defRPr>
            </a:lvl2pPr>
            <a:lvl3pPr lvl="2" algn="ctr" rtl="0">
              <a:spcBef>
                <a:spcPts val="0"/>
              </a:spcBef>
              <a:spcAft>
                <a:spcPts val="0"/>
              </a:spcAft>
              <a:buClr>
                <a:schemeClr val="lt1"/>
              </a:buClr>
              <a:buSzPts val="3000"/>
              <a:buNone/>
              <a:defRPr sz="3000">
                <a:solidFill>
                  <a:schemeClr val="lt1"/>
                </a:solidFill>
              </a:defRPr>
            </a:lvl3pPr>
            <a:lvl4pPr lvl="3" algn="ctr" rtl="0">
              <a:spcBef>
                <a:spcPts val="0"/>
              </a:spcBef>
              <a:spcAft>
                <a:spcPts val="0"/>
              </a:spcAft>
              <a:buClr>
                <a:schemeClr val="lt1"/>
              </a:buClr>
              <a:buSzPts val="3000"/>
              <a:buNone/>
              <a:defRPr sz="3000">
                <a:solidFill>
                  <a:schemeClr val="lt1"/>
                </a:solidFill>
              </a:defRPr>
            </a:lvl4pPr>
            <a:lvl5pPr lvl="4" algn="ctr" rtl="0">
              <a:spcBef>
                <a:spcPts val="0"/>
              </a:spcBef>
              <a:spcAft>
                <a:spcPts val="0"/>
              </a:spcAft>
              <a:buClr>
                <a:schemeClr val="lt1"/>
              </a:buClr>
              <a:buSzPts val="3000"/>
              <a:buNone/>
              <a:defRPr sz="3000">
                <a:solidFill>
                  <a:schemeClr val="lt1"/>
                </a:solidFill>
              </a:defRPr>
            </a:lvl5pPr>
            <a:lvl6pPr lvl="5" algn="ctr" rtl="0">
              <a:spcBef>
                <a:spcPts val="0"/>
              </a:spcBef>
              <a:spcAft>
                <a:spcPts val="0"/>
              </a:spcAft>
              <a:buClr>
                <a:schemeClr val="lt1"/>
              </a:buClr>
              <a:buSzPts val="3000"/>
              <a:buNone/>
              <a:defRPr sz="3000">
                <a:solidFill>
                  <a:schemeClr val="lt1"/>
                </a:solidFill>
              </a:defRPr>
            </a:lvl6pPr>
            <a:lvl7pPr lvl="6" algn="ctr" rtl="0">
              <a:spcBef>
                <a:spcPts val="0"/>
              </a:spcBef>
              <a:spcAft>
                <a:spcPts val="0"/>
              </a:spcAft>
              <a:buClr>
                <a:schemeClr val="lt1"/>
              </a:buClr>
              <a:buSzPts val="3000"/>
              <a:buNone/>
              <a:defRPr sz="3000">
                <a:solidFill>
                  <a:schemeClr val="lt1"/>
                </a:solidFill>
              </a:defRPr>
            </a:lvl7pPr>
            <a:lvl8pPr lvl="7" algn="ctr" rtl="0">
              <a:spcBef>
                <a:spcPts val="0"/>
              </a:spcBef>
              <a:spcAft>
                <a:spcPts val="0"/>
              </a:spcAft>
              <a:buClr>
                <a:schemeClr val="lt1"/>
              </a:buClr>
              <a:buSzPts val="3000"/>
              <a:buNone/>
              <a:defRPr sz="3000">
                <a:solidFill>
                  <a:schemeClr val="lt1"/>
                </a:solidFill>
              </a:defRPr>
            </a:lvl8pPr>
            <a:lvl9pPr lvl="8" algn="ctr" rtl="0">
              <a:spcBef>
                <a:spcPts val="0"/>
              </a:spcBef>
              <a:spcAft>
                <a:spcPts val="0"/>
              </a:spcAft>
              <a:buClr>
                <a:schemeClr val="lt1"/>
              </a:buClr>
              <a:buSzPts val="3000"/>
              <a:buNone/>
              <a:defRPr sz="3000">
                <a:solidFill>
                  <a:schemeClr val="lt1"/>
                </a:solidFill>
              </a:defRPr>
            </a:lvl9pPr>
          </a:lstStyle>
          <a:p>
            <a:r>
              <a:t>xx%</a:t>
            </a:r>
          </a:p>
        </p:txBody>
      </p:sp>
      <p:sp>
        <p:nvSpPr>
          <p:cNvPr id="97" name="Google Shape;97;p16"/>
          <p:cNvSpPr txBox="1">
            <a:spLocks noGrp="1"/>
          </p:cNvSpPr>
          <p:nvPr>
            <p:ph type="subTitle" idx="5"/>
          </p:nvPr>
        </p:nvSpPr>
        <p:spPr>
          <a:xfrm>
            <a:off x="6671519" y="2346200"/>
            <a:ext cx="1554600" cy="81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8" name="Google Shape;98;p16"/>
          <p:cNvSpPr txBox="1">
            <a:spLocks noGrp="1"/>
          </p:cNvSpPr>
          <p:nvPr>
            <p:ph type="title" idx="6" hasCustomPrompt="1"/>
          </p:nvPr>
        </p:nvSpPr>
        <p:spPr>
          <a:xfrm>
            <a:off x="6671519" y="1840275"/>
            <a:ext cx="1554600" cy="538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3000"/>
              <a:buNone/>
              <a:defRPr sz="3000">
                <a:solidFill>
                  <a:schemeClr val="lt1"/>
                </a:solidFill>
              </a:defRPr>
            </a:lvl1pPr>
            <a:lvl2pPr lvl="1" algn="ctr" rtl="0">
              <a:spcBef>
                <a:spcPts val="0"/>
              </a:spcBef>
              <a:spcAft>
                <a:spcPts val="0"/>
              </a:spcAft>
              <a:buClr>
                <a:schemeClr val="lt1"/>
              </a:buClr>
              <a:buSzPts val="3000"/>
              <a:buNone/>
              <a:defRPr sz="3000">
                <a:solidFill>
                  <a:schemeClr val="lt1"/>
                </a:solidFill>
              </a:defRPr>
            </a:lvl2pPr>
            <a:lvl3pPr lvl="2" algn="ctr" rtl="0">
              <a:spcBef>
                <a:spcPts val="0"/>
              </a:spcBef>
              <a:spcAft>
                <a:spcPts val="0"/>
              </a:spcAft>
              <a:buClr>
                <a:schemeClr val="lt1"/>
              </a:buClr>
              <a:buSzPts val="3000"/>
              <a:buNone/>
              <a:defRPr sz="3000">
                <a:solidFill>
                  <a:schemeClr val="lt1"/>
                </a:solidFill>
              </a:defRPr>
            </a:lvl3pPr>
            <a:lvl4pPr lvl="3" algn="ctr" rtl="0">
              <a:spcBef>
                <a:spcPts val="0"/>
              </a:spcBef>
              <a:spcAft>
                <a:spcPts val="0"/>
              </a:spcAft>
              <a:buClr>
                <a:schemeClr val="lt1"/>
              </a:buClr>
              <a:buSzPts val="3000"/>
              <a:buNone/>
              <a:defRPr sz="3000">
                <a:solidFill>
                  <a:schemeClr val="lt1"/>
                </a:solidFill>
              </a:defRPr>
            </a:lvl4pPr>
            <a:lvl5pPr lvl="4" algn="ctr" rtl="0">
              <a:spcBef>
                <a:spcPts val="0"/>
              </a:spcBef>
              <a:spcAft>
                <a:spcPts val="0"/>
              </a:spcAft>
              <a:buClr>
                <a:schemeClr val="lt1"/>
              </a:buClr>
              <a:buSzPts val="3000"/>
              <a:buNone/>
              <a:defRPr sz="3000">
                <a:solidFill>
                  <a:schemeClr val="lt1"/>
                </a:solidFill>
              </a:defRPr>
            </a:lvl5pPr>
            <a:lvl6pPr lvl="5" algn="ctr" rtl="0">
              <a:spcBef>
                <a:spcPts val="0"/>
              </a:spcBef>
              <a:spcAft>
                <a:spcPts val="0"/>
              </a:spcAft>
              <a:buClr>
                <a:schemeClr val="lt1"/>
              </a:buClr>
              <a:buSzPts val="3000"/>
              <a:buNone/>
              <a:defRPr sz="3000">
                <a:solidFill>
                  <a:schemeClr val="lt1"/>
                </a:solidFill>
              </a:defRPr>
            </a:lvl6pPr>
            <a:lvl7pPr lvl="6" algn="ctr" rtl="0">
              <a:spcBef>
                <a:spcPts val="0"/>
              </a:spcBef>
              <a:spcAft>
                <a:spcPts val="0"/>
              </a:spcAft>
              <a:buClr>
                <a:schemeClr val="lt1"/>
              </a:buClr>
              <a:buSzPts val="3000"/>
              <a:buNone/>
              <a:defRPr sz="3000">
                <a:solidFill>
                  <a:schemeClr val="lt1"/>
                </a:solidFill>
              </a:defRPr>
            </a:lvl7pPr>
            <a:lvl8pPr lvl="7" algn="ctr" rtl="0">
              <a:spcBef>
                <a:spcPts val="0"/>
              </a:spcBef>
              <a:spcAft>
                <a:spcPts val="0"/>
              </a:spcAft>
              <a:buClr>
                <a:schemeClr val="lt1"/>
              </a:buClr>
              <a:buSzPts val="3000"/>
              <a:buNone/>
              <a:defRPr sz="3000">
                <a:solidFill>
                  <a:schemeClr val="lt1"/>
                </a:solidFill>
              </a:defRPr>
            </a:lvl8pPr>
            <a:lvl9pPr lvl="8" algn="ctr" rtl="0">
              <a:spcBef>
                <a:spcPts val="0"/>
              </a:spcBef>
              <a:spcAft>
                <a:spcPts val="0"/>
              </a:spcAft>
              <a:buClr>
                <a:schemeClr val="lt1"/>
              </a:buClr>
              <a:buSzPts val="3000"/>
              <a:buNone/>
              <a:defRPr sz="3000">
                <a:solidFill>
                  <a:schemeClr val="lt1"/>
                </a:solidFill>
              </a:defRPr>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Six Columns">
  <p:cSld name="TITLE_ONLY_1_1">
    <p:spTree>
      <p:nvGrpSpPr>
        <p:cNvPr id="1" name="Shape 112"/>
        <p:cNvGrpSpPr/>
        <p:nvPr/>
      </p:nvGrpSpPr>
      <p:grpSpPr>
        <a:xfrm>
          <a:off x="0" y="0"/>
          <a:ext cx="0" cy="0"/>
          <a:chOff x="0" y="0"/>
          <a:chExt cx="0" cy="0"/>
        </a:xfrm>
      </p:grpSpPr>
      <p:sp>
        <p:nvSpPr>
          <p:cNvPr id="113" name="Google Shape;113;p19"/>
          <p:cNvSpPr/>
          <p:nvPr/>
        </p:nvSpPr>
        <p:spPr>
          <a:xfrm>
            <a:off x="757125" y="588700"/>
            <a:ext cx="8386800" cy="4554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9"/>
          <p:cNvSpPr/>
          <p:nvPr/>
        </p:nvSpPr>
        <p:spPr>
          <a:xfrm>
            <a:off x="378575" y="-85900"/>
            <a:ext cx="781800" cy="46992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9"/>
          <p:cNvSpPr txBox="1">
            <a:spLocks noGrp="1"/>
          </p:cNvSpPr>
          <p:nvPr>
            <p:ph type="title"/>
          </p:nvPr>
        </p:nvSpPr>
        <p:spPr>
          <a:xfrm rot="-5400000">
            <a:off x="-856450" y="1818375"/>
            <a:ext cx="3223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6" name="Google Shape;116;p19"/>
          <p:cNvSpPr txBox="1">
            <a:spLocks noGrp="1"/>
          </p:cNvSpPr>
          <p:nvPr>
            <p:ph type="title" idx="2"/>
          </p:nvPr>
        </p:nvSpPr>
        <p:spPr>
          <a:xfrm>
            <a:off x="2202300" y="1482575"/>
            <a:ext cx="1623900" cy="40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7" name="Google Shape;117;p19"/>
          <p:cNvSpPr txBox="1">
            <a:spLocks noGrp="1"/>
          </p:cNvSpPr>
          <p:nvPr>
            <p:ph type="subTitle" idx="1"/>
          </p:nvPr>
        </p:nvSpPr>
        <p:spPr>
          <a:xfrm>
            <a:off x="2202300" y="1837450"/>
            <a:ext cx="1623900" cy="76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18" name="Google Shape;118;p19"/>
          <p:cNvSpPr txBox="1">
            <a:spLocks noGrp="1"/>
          </p:cNvSpPr>
          <p:nvPr>
            <p:ph type="title" idx="3"/>
          </p:nvPr>
        </p:nvSpPr>
        <p:spPr>
          <a:xfrm>
            <a:off x="4352125" y="1482575"/>
            <a:ext cx="1623900" cy="40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9" name="Google Shape;119;p19"/>
          <p:cNvSpPr txBox="1">
            <a:spLocks noGrp="1"/>
          </p:cNvSpPr>
          <p:nvPr>
            <p:ph type="subTitle" idx="4"/>
          </p:nvPr>
        </p:nvSpPr>
        <p:spPr>
          <a:xfrm>
            <a:off x="4352125" y="1837450"/>
            <a:ext cx="1623900" cy="76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20" name="Google Shape;120;p19"/>
          <p:cNvSpPr txBox="1">
            <a:spLocks noGrp="1"/>
          </p:cNvSpPr>
          <p:nvPr>
            <p:ph type="title" idx="5"/>
          </p:nvPr>
        </p:nvSpPr>
        <p:spPr>
          <a:xfrm>
            <a:off x="6501950" y="1482575"/>
            <a:ext cx="1623900" cy="40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21" name="Google Shape;121;p19"/>
          <p:cNvSpPr txBox="1">
            <a:spLocks noGrp="1"/>
          </p:cNvSpPr>
          <p:nvPr>
            <p:ph type="subTitle" idx="6"/>
          </p:nvPr>
        </p:nvSpPr>
        <p:spPr>
          <a:xfrm>
            <a:off x="6501950" y="1837450"/>
            <a:ext cx="1623900" cy="76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22" name="Google Shape;122;p19"/>
          <p:cNvSpPr txBox="1">
            <a:spLocks noGrp="1"/>
          </p:cNvSpPr>
          <p:nvPr>
            <p:ph type="title" idx="7"/>
          </p:nvPr>
        </p:nvSpPr>
        <p:spPr>
          <a:xfrm>
            <a:off x="2202300" y="3490725"/>
            <a:ext cx="1623900" cy="40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23" name="Google Shape;123;p19"/>
          <p:cNvSpPr txBox="1">
            <a:spLocks noGrp="1"/>
          </p:cNvSpPr>
          <p:nvPr>
            <p:ph type="subTitle" idx="8"/>
          </p:nvPr>
        </p:nvSpPr>
        <p:spPr>
          <a:xfrm>
            <a:off x="2202300" y="3845600"/>
            <a:ext cx="1623900" cy="76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24" name="Google Shape;124;p19"/>
          <p:cNvSpPr txBox="1">
            <a:spLocks noGrp="1"/>
          </p:cNvSpPr>
          <p:nvPr>
            <p:ph type="title" idx="9"/>
          </p:nvPr>
        </p:nvSpPr>
        <p:spPr>
          <a:xfrm>
            <a:off x="4352125" y="3490725"/>
            <a:ext cx="1623900" cy="40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25" name="Google Shape;125;p19"/>
          <p:cNvSpPr txBox="1">
            <a:spLocks noGrp="1"/>
          </p:cNvSpPr>
          <p:nvPr>
            <p:ph type="subTitle" idx="13"/>
          </p:nvPr>
        </p:nvSpPr>
        <p:spPr>
          <a:xfrm>
            <a:off x="4352125" y="3845600"/>
            <a:ext cx="1623900" cy="76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26" name="Google Shape;126;p19"/>
          <p:cNvSpPr txBox="1">
            <a:spLocks noGrp="1"/>
          </p:cNvSpPr>
          <p:nvPr>
            <p:ph type="title" idx="14"/>
          </p:nvPr>
        </p:nvSpPr>
        <p:spPr>
          <a:xfrm>
            <a:off x="6501950" y="3490725"/>
            <a:ext cx="1623900" cy="40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27" name="Google Shape;127;p19"/>
          <p:cNvSpPr txBox="1">
            <a:spLocks noGrp="1"/>
          </p:cNvSpPr>
          <p:nvPr>
            <p:ph type="subTitle" idx="15"/>
          </p:nvPr>
        </p:nvSpPr>
        <p:spPr>
          <a:xfrm>
            <a:off x="6501950" y="3845600"/>
            <a:ext cx="1623900" cy="76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8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Passion One"/>
              <a:buNone/>
              <a:defRPr sz="2800">
                <a:solidFill>
                  <a:schemeClr val="dk2"/>
                </a:solidFill>
                <a:latin typeface="Passion One"/>
                <a:ea typeface="Passion One"/>
                <a:cs typeface="Passion One"/>
                <a:sym typeface="Passion One"/>
              </a:defRPr>
            </a:lvl1pPr>
            <a:lvl2pPr lvl="1">
              <a:spcBef>
                <a:spcPts val="0"/>
              </a:spcBef>
              <a:spcAft>
                <a:spcPts val="0"/>
              </a:spcAft>
              <a:buClr>
                <a:schemeClr val="dk2"/>
              </a:buClr>
              <a:buSzPts val="2800"/>
              <a:buFont typeface="Permanent Marker"/>
              <a:buNone/>
              <a:defRPr sz="2800">
                <a:solidFill>
                  <a:schemeClr val="dk2"/>
                </a:solidFill>
                <a:latin typeface="Permanent Marker"/>
                <a:ea typeface="Permanent Marker"/>
                <a:cs typeface="Permanent Marker"/>
                <a:sym typeface="Permanent Marker"/>
              </a:defRPr>
            </a:lvl2pPr>
            <a:lvl3pPr lvl="2">
              <a:spcBef>
                <a:spcPts val="0"/>
              </a:spcBef>
              <a:spcAft>
                <a:spcPts val="0"/>
              </a:spcAft>
              <a:buClr>
                <a:schemeClr val="dk2"/>
              </a:buClr>
              <a:buSzPts val="2800"/>
              <a:buFont typeface="Permanent Marker"/>
              <a:buNone/>
              <a:defRPr sz="2800">
                <a:solidFill>
                  <a:schemeClr val="dk2"/>
                </a:solidFill>
                <a:latin typeface="Permanent Marker"/>
                <a:ea typeface="Permanent Marker"/>
                <a:cs typeface="Permanent Marker"/>
                <a:sym typeface="Permanent Marker"/>
              </a:defRPr>
            </a:lvl3pPr>
            <a:lvl4pPr lvl="3">
              <a:spcBef>
                <a:spcPts val="0"/>
              </a:spcBef>
              <a:spcAft>
                <a:spcPts val="0"/>
              </a:spcAft>
              <a:buClr>
                <a:schemeClr val="dk2"/>
              </a:buClr>
              <a:buSzPts val="2800"/>
              <a:buFont typeface="Permanent Marker"/>
              <a:buNone/>
              <a:defRPr sz="2800">
                <a:solidFill>
                  <a:schemeClr val="dk2"/>
                </a:solidFill>
                <a:latin typeface="Permanent Marker"/>
                <a:ea typeface="Permanent Marker"/>
                <a:cs typeface="Permanent Marker"/>
                <a:sym typeface="Permanent Marker"/>
              </a:defRPr>
            </a:lvl4pPr>
            <a:lvl5pPr lvl="4">
              <a:spcBef>
                <a:spcPts val="0"/>
              </a:spcBef>
              <a:spcAft>
                <a:spcPts val="0"/>
              </a:spcAft>
              <a:buClr>
                <a:schemeClr val="dk2"/>
              </a:buClr>
              <a:buSzPts val="2800"/>
              <a:buFont typeface="Permanent Marker"/>
              <a:buNone/>
              <a:defRPr sz="2800">
                <a:solidFill>
                  <a:schemeClr val="dk2"/>
                </a:solidFill>
                <a:latin typeface="Permanent Marker"/>
                <a:ea typeface="Permanent Marker"/>
                <a:cs typeface="Permanent Marker"/>
                <a:sym typeface="Permanent Marker"/>
              </a:defRPr>
            </a:lvl5pPr>
            <a:lvl6pPr lvl="5">
              <a:spcBef>
                <a:spcPts val="0"/>
              </a:spcBef>
              <a:spcAft>
                <a:spcPts val="0"/>
              </a:spcAft>
              <a:buClr>
                <a:schemeClr val="dk2"/>
              </a:buClr>
              <a:buSzPts val="2800"/>
              <a:buFont typeface="Permanent Marker"/>
              <a:buNone/>
              <a:defRPr sz="2800">
                <a:solidFill>
                  <a:schemeClr val="dk2"/>
                </a:solidFill>
                <a:latin typeface="Permanent Marker"/>
                <a:ea typeface="Permanent Marker"/>
                <a:cs typeface="Permanent Marker"/>
                <a:sym typeface="Permanent Marker"/>
              </a:defRPr>
            </a:lvl6pPr>
            <a:lvl7pPr lvl="6">
              <a:spcBef>
                <a:spcPts val="0"/>
              </a:spcBef>
              <a:spcAft>
                <a:spcPts val="0"/>
              </a:spcAft>
              <a:buClr>
                <a:schemeClr val="dk2"/>
              </a:buClr>
              <a:buSzPts val="2800"/>
              <a:buFont typeface="Permanent Marker"/>
              <a:buNone/>
              <a:defRPr sz="2800">
                <a:solidFill>
                  <a:schemeClr val="dk2"/>
                </a:solidFill>
                <a:latin typeface="Permanent Marker"/>
                <a:ea typeface="Permanent Marker"/>
                <a:cs typeface="Permanent Marker"/>
                <a:sym typeface="Permanent Marker"/>
              </a:defRPr>
            </a:lvl7pPr>
            <a:lvl8pPr lvl="7">
              <a:spcBef>
                <a:spcPts val="0"/>
              </a:spcBef>
              <a:spcAft>
                <a:spcPts val="0"/>
              </a:spcAft>
              <a:buClr>
                <a:schemeClr val="dk2"/>
              </a:buClr>
              <a:buSzPts val="2800"/>
              <a:buFont typeface="Permanent Marker"/>
              <a:buNone/>
              <a:defRPr sz="2800">
                <a:solidFill>
                  <a:schemeClr val="dk2"/>
                </a:solidFill>
                <a:latin typeface="Permanent Marker"/>
                <a:ea typeface="Permanent Marker"/>
                <a:cs typeface="Permanent Marker"/>
                <a:sym typeface="Permanent Marker"/>
              </a:defRPr>
            </a:lvl8pPr>
            <a:lvl9pPr lvl="8">
              <a:spcBef>
                <a:spcPts val="0"/>
              </a:spcBef>
              <a:spcAft>
                <a:spcPts val="0"/>
              </a:spcAft>
              <a:buClr>
                <a:schemeClr val="dk2"/>
              </a:buClr>
              <a:buSzPts val="2800"/>
              <a:buFont typeface="Permanent Marker"/>
              <a:buNone/>
              <a:defRPr sz="2800">
                <a:solidFill>
                  <a:schemeClr val="dk2"/>
                </a:solidFill>
                <a:latin typeface="Permanent Marker"/>
                <a:ea typeface="Permanent Marker"/>
                <a:cs typeface="Permanent Marker"/>
                <a:sym typeface="Permanent Mark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DM Sans"/>
              <a:buChar char="●"/>
              <a:defRPr sz="1800">
                <a:solidFill>
                  <a:schemeClr val="dk2"/>
                </a:solidFill>
                <a:latin typeface="DM Sans"/>
                <a:ea typeface="DM Sans"/>
                <a:cs typeface="DM Sans"/>
                <a:sym typeface="DM Sans"/>
              </a:defRPr>
            </a:lvl1pPr>
            <a:lvl2pPr marL="914400" lvl="1" indent="-317500">
              <a:lnSpc>
                <a:spcPct val="100000"/>
              </a:lnSpc>
              <a:spcBef>
                <a:spcPts val="1600"/>
              </a:spcBef>
              <a:spcAft>
                <a:spcPts val="0"/>
              </a:spcAft>
              <a:buClr>
                <a:schemeClr val="dk2"/>
              </a:buClr>
              <a:buSzPts val="1400"/>
              <a:buFont typeface="DM Sans"/>
              <a:buChar char="○"/>
              <a:defRPr>
                <a:solidFill>
                  <a:schemeClr val="dk2"/>
                </a:solidFill>
                <a:latin typeface="DM Sans"/>
                <a:ea typeface="DM Sans"/>
                <a:cs typeface="DM Sans"/>
                <a:sym typeface="DM Sans"/>
              </a:defRPr>
            </a:lvl2pPr>
            <a:lvl3pPr marL="1371600" lvl="2" indent="-317500">
              <a:lnSpc>
                <a:spcPct val="100000"/>
              </a:lnSpc>
              <a:spcBef>
                <a:spcPts val="1600"/>
              </a:spcBef>
              <a:spcAft>
                <a:spcPts val="0"/>
              </a:spcAft>
              <a:buClr>
                <a:schemeClr val="dk2"/>
              </a:buClr>
              <a:buSzPts val="1400"/>
              <a:buFont typeface="DM Sans"/>
              <a:buChar char="■"/>
              <a:defRPr>
                <a:solidFill>
                  <a:schemeClr val="dk2"/>
                </a:solidFill>
                <a:latin typeface="DM Sans"/>
                <a:ea typeface="DM Sans"/>
                <a:cs typeface="DM Sans"/>
                <a:sym typeface="DM Sans"/>
              </a:defRPr>
            </a:lvl3pPr>
            <a:lvl4pPr marL="1828800" lvl="3" indent="-317500">
              <a:lnSpc>
                <a:spcPct val="100000"/>
              </a:lnSpc>
              <a:spcBef>
                <a:spcPts val="1600"/>
              </a:spcBef>
              <a:spcAft>
                <a:spcPts val="0"/>
              </a:spcAft>
              <a:buClr>
                <a:schemeClr val="dk2"/>
              </a:buClr>
              <a:buSzPts val="1400"/>
              <a:buFont typeface="DM Sans"/>
              <a:buChar char="●"/>
              <a:defRPr>
                <a:solidFill>
                  <a:schemeClr val="dk2"/>
                </a:solidFill>
                <a:latin typeface="DM Sans"/>
                <a:ea typeface="DM Sans"/>
                <a:cs typeface="DM Sans"/>
                <a:sym typeface="DM Sans"/>
              </a:defRPr>
            </a:lvl4pPr>
            <a:lvl5pPr marL="2286000" lvl="4" indent="-317500">
              <a:lnSpc>
                <a:spcPct val="100000"/>
              </a:lnSpc>
              <a:spcBef>
                <a:spcPts val="1600"/>
              </a:spcBef>
              <a:spcAft>
                <a:spcPts val="0"/>
              </a:spcAft>
              <a:buClr>
                <a:schemeClr val="dk2"/>
              </a:buClr>
              <a:buSzPts val="1400"/>
              <a:buFont typeface="DM Sans"/>
              <a:buChar char="○"/>
              <a:defRPr>
                <a:solidFill>
                  <a:schemeClr val="dk2"/>
                </a:solidFill>
                <a:latin typeface="DM Sans"/>
                <a:ea typeface="DM Sans"/>
                <a:cs typeface="DM Sans"/>
                <a:sym typeface="DM Sans"/>
              </a:defRPr>
            </a:lvl5pPr>
            <a:lvl6pPr marL="2743200" lvl="5" indent="-317500">
              <a:lnSpc>
                <a:spcPct val="100000"/>
              </a:lnSpc>
              <a:spcBef>
                <a:spcPts val="1600"/>
              </a:spcBef>
              <a:spcAft>
                <a:spcPts val="0"/>
              </a:spcAft>
              <a:buClr>
                <a:schemeClr val="dk2"/>
              </a:buClr>
              <a:buSzPts val="1400"/>
              <a:buFont typeface="DM Sans"/>
              <a:buChar char="■"/>
              <a:defRPr>
                <a:solidFill>
                  <a:schemeClr val="dk2"/>
                </a:solidFill>
                <a:latin typeface="DM Sans"/>
                <a:ea typeface="DM Sans"/>
                <a:cs typeface="DM Sans"/>
                <a:sym typeface="DM Sans"/>
              </a:defRPr>
            </a:lvl6pPr>
            <a:lvl7pPr marL="3200400" lvl="6" indent="-317500">
              <a:lnSpc>
                <a:spcPct val="100000"/>
              </a:lnSpc>
              <a:spcBef>
                <a:spcPts val="1600"/>
              </a:spcBef>
              <a:spcAft>
                <a:spcPts val="0"/>
              </a:spcAft>
              <a:buClr>
                <a:schemeClr val="dk2"/>
              </a:buClr>
              <a:buSzPts val="1400"/>
              <a:buFont typeface="DM Sans"/>
              <a:buChar char="●"/>
              <a:defRPr>
                <a:solidFill>
                  <a:schemeClr val="dk2"/>
                </a:solidFill>
                <a:latin typeface="DM Sans"/>
                <a:ea typeface="DM Sans"/>
                <a:cs typeface="DM Sans"/>
                <a:sym typeface="DM Sans"/>
              </a:defRPr>
            </a:lvl7pPr>
            <a:lvl8pPr marL="3657600" lvl="7" indent="-317500">
              <a:lnSpc>
                <a:spcPct val="100000"/>
              </a:lnSpc>
              <a:spcBef>
                <a:spcPts val="1600"/>
              </a:spcBef>
              <a:spcAft>
                <a:spcPts val="0"/>
              </a:spcAft>
              <a:buClr>
                <a:schemeClr val="dk2"/>
              </a:buClr>
              <a:buSzPts val="1400"/>
              <a:buFont typeface="DM Sans"/>
              <a:buChar char="○"/>
              <a:defRPr>
                <a:solidFill>
                  <a:schemeClr val="dk2"/>
                </a:solidFill>
                <a:latin typeface="DM Sans"/>
                <a:ea typeface="DM Sans"/>
                <a:cs typeface="DM Sans"/>
                <a:sym typeface="DM Sans"/>
              </a:defRPr>
            </a:lvl8pPr>
            <a:lvl9pPr marL="4114800" lvl="8" indent="-317500">
              <a:lnSpc>
                <a:spcPct val="100000"/>
              </a:lnSpc>
              <a:spcBef>
                <a:spcPts val="1600"/>
              </a:spcBef>
              <a:spcAft>
                <a:spcPts val="1600"/>
              </a:spcAft>
              <a:buClr>
                <a:schemeClr val="dk2"/>
              </a:buClr>
              <a:buSzPts val="1400"/>
              <a:buFont typeface="DM Sans"/>
              <a:buChar char="■"/>
              <a:defRPr>
                <a:solidFill>
                  <a:schemeClr val="dk2"/>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6" r:id="rId4"/>
    <p:sldLayoutId id="2147483658" r:id="rId5"/>
    <p:sldLayoutId id="2147483659" r:id="rId6"/>
    <p:sldLayoutId id="2147483660" r:id="rId7"/>
    <p:sldLayoutId id="2147483662" r:id="rId8"/>
    <p:sldLayoutId id="2147483665"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78"/>
        <p:cNvGrpSpPr/>
        <p:nvPr/>
      </p:nvGrpSpPr>
      <p:grpSpPr>
        <a:xfrm>
          <a:off x="0" y="0"/>
          <a:ext cx="0" cy="0"/>
          <a:chOff x="0" y="0"/>
          <a:chExt cx="0" cy="0"/>
        </a:xfrm>
      </p:grpSpPr>
      <p:sp>
        <p:nvSpPr>
          <p:cNvPr id="179" name="Google Shape;179;p27"/>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80" name="Google Shape;180;p27"/>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5"/>
        <p:cNvGrpSpPr/>
        <p:nvPr/>
      </p:nvGrpSpPr>
      <p:grpSpPr>
        <a:xfrm>
          <a:off x="0" y="0"/>
          <a:ext cx="0" cy="0"/>
          <a:chOff x="0" y="0"/>
          <a:chExt cx="0" cy="0"/>
        </a:xfrm>
      </p:grpSpPr>
      <p:sp>
        <p:nvSpPr>
          <p:cNvPr id="186" name="Google Shape;186;p29"/>
          <p:cNvSpPr txBox="1">
            <a:spLocks noGrp="1"/>
          </p:cNvSpPr>
          <p:nvPr>
            <p:ph type="ctrTitle"/>
          </p:nvPr>
        </p:nvSpPr>
        <p:spPr>
          <a:xfrm>
            <a:off x="312931" y="346727"/>
            <a:ext cx="3716143" cy="88533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6600" dirty="0"/>
              <a:t>Secure Messenger</a:t>
            </a:r>
            <a:endParaRPr sz="6600" dirty="0"/>
          </a:p>
        </p:txBody>
      </p:sp>
      <p:sp>
        <p:nvSpPr>
          <p:cNvPr id="187" name="Google Shape;187;p29"/>
          <p:cNvSpPr txBox="1">
            <a:spLocks noGrp="1"/>
          </p:cNvSpPr>
          <p:nvPr>
            <p:ph type="subTitle" idx="1"/>
          </p:nvPr>
        </p:nvSpPr>
        <p:spPr>
          <a:xfrm>
            <a:off x="241494" y="3616685"/>
            <a:ext cx="3997292" cy="118008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1400" b="1" dirty="0">
                <a:solidFill>
                  <a:srgbClr val="434343"/>
                </a:solidFill>
              </a:rPr>
              <a:t>Presented by:</a:t>
            </a:r>
          </a:p>
          <a:p>
            <a:pPr marL="0" lvl="0" indent="0" algn="l" rtl="0">
              <a:spcBef>
                <a:spcPts val="0"/>
              </a:spcBef>
              <a:spcAft>
                <a:spcPts val="0"/>
              </a:spcAft>
              <a:buNone/>
            </a:pPr>
            <a:r>
              <a:rPr lang="en-IN" sz="1400" b="1" dirty="0">
                <a:solidFill>
                  <a:srgbClr val="434343"/>
                </a:solidFill>
              </a:rPr>
              <a:t>MITU21BTIT0042 – Omkar Rasal</a:t>
            </a:r>
            <a:br>
              <a:rPr lang="en-IN" sz="1400" b="1" dirty="0">
                <a:solidFill>
                  <a:srgbClr val="434343"/>
                </a:solidFill>
              </a:rPr>
            </a:br>
            <a:r>
              <a:rPr lang="en-IN" sz="1400" b="1" dirty="0">
                <a:solidFill>
                  <a:srgbClr val="434343"/>
                </a:solidFill>
              </a:rPr>
              <a:t>MITU21BTIT0061 – Tanvi </a:t>
            </a:r>
            <a:r>
              <a:rPr lang="en-IN" sz="1400" b="1" dirty="0" err="1">
                <a:solidFill>
                  <a:srgbClr val="434343"/>
                </a:solidFill>
              </a:rPr>
              <a:t>Bodke</a:t>
            </a:r>
            <a:br>
              <a:rPr lang="en-IN" sz="1400" b="1" dirty="0">
                <a:solidFill>
                  <a:srgbClr val="434343"/>
                </a:solidFill>
              </a:rPr>
            </a:br>
            <a:r>
              <a:rPr lang="en-IN" sz="1400" b="1" dirty="0">
                <a:solidFill>
                  <a:srgbClr val="434343"/>
                </a:solidFill>
              </a:rPr>
              <a:t>MITU21BTIT0005 – Ajinkya Sathe</a:t>
            </a:r>
          </a:p>
          <a:p>
            <a:pPr marL="0" lvl="0" indent="0" algn="l" rtl="0">
              <a:spcBef>
                <a:spcPts val="0"/>
              </a:spcBef>
              <a:spcAft>
                <a:spcPts val="0"/>
              </a:spcAft>
              <a:buNone/>
            </a:pPr>
            <a:r>
              <a:rPr lang="en-IN" sz="1400" b="1" dirty="0">
                <a:solidFill>
                  <a:srgbClr val="434343"/>
                </a:solidFill>
              </a:rPr>
              <a:t>MITU21BTIT0048 – Prathmesh </a:t>
            </a:r>
            <a:r>
              <a:rPr lang="en-IN" sz="1400" b="1" dirty="0" err="1">
                <a:solidFill>
                  <a:srgbClr val="434343"/>
                </a:solidFill>
              </a:rPr>
              <a:t>Panchmire</a:t>
            </a:r>
            <a:endParaRPr lang="en-IN" sz="1400" b="1" dirty="0">
              <a:solidFill>
                <a:srgbClr val="434343"/>
              </a:solidFill>
            </a:endParaRPr>
          </a:p>
        </p:txBody>
      </p:sp>
      <p:sp>
        <p:nvSpPr>
          <p:cNvPr id="3" name="Google Shape;187;p29">
            <a:extLst>
              <a:ext uri="{FF2B5EF4-FFF2-40B4-BE49-F238E27FC236}">
                <a16:creationId xmlns:a16="http://schemas.microsoft.com/office/drawing/2014/main" id="{4AAEC6EB-4270-11AA-AAC9-3F69ED6476D6}"/>
              </a:ext>
            </a:extLst>
          </p:cNvPr>
          <p:cNvSpPr txBox="1">
            <a:spLocks/>
          </p:cNvSpPr>
          <p:nvPr/>
        </p:nvSpPr>
        <p:spPr>
          <a:xfrm>
            <a:off x="2192432" y="2116587"/>
            <a:ext cx="2151220" cy="65314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800"/>
              <a:buFont typeface="DM Sans"/>
              <a:buNone/>
              <a:defRPr sz="1800" b="0" i="0" u="none" strike="noStrike" cap="none">
                <a:solidFill>
                  <a:schemeClr val="accent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accent1"/>
              </a:buClr>
              <a:buSzPts val="2400"/>
              <a:buFont typeface="DM Sans"/>
              <a:buNone/>
              <a:defRPr sz="2400" b="0" i="0" u="none" strike="noStrike" cap="none">
                <a:solidFill>
                  <a:schemeClr val="accent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accent1"/>
              </a:buClr>
              <a:buSzPts val="2400"/>
              <a:buFont typeface="DM Sans"/>
              <a:buNone/>
              <a:defRPr sz="2400" b="0" i="0" u="none" strike="noStrike" cap="none">
                <a:solidFill>
                  <a:schemeClr val="accent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accent1"/>
              </a:buClr>
              <a:buSzPts val="2400"/>
              <a:buFont typeface="DM Sans"/>
              <a:buNone/>
              <a:defRPr sz="2400" b="0" i="0" u="none" strike="noStrike" cap="none">
                <a:solidFill>
                  <a:schemeClr val="accent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accent1"/>
              </a:buClr>
              <a:buSzPts val="2400"/>
              <a:buFont typeface="DM Sans"/>
              <a:buNone/>
              <a:defRPr sz="2400" b="0" i="0" u="none" strike="noStrike" cap="none">
                <a:solidFill>
                  <a:schemeClr val="accent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accent1"/>
              </a:buClr>
              <a:buSzPts val="2400"/>
              <a:buFont typeface="DM Sans"/>
              <a:buNone/>
              <a:defRPr sz="2400" b="0" i="0" u="none" strike="noStrike" cap="none">
                <a:solidFill>
                  <a:schemeClr val="accent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accent1"/>
              </a:buClr>
              <a:buSzPts val="2400"/>
              <a:buFont typeface="DM Sans"/>
              <a:buNone/>
              <a:defRPr sz="2400" b="0" i="0" u="none" strike="noStrike" cap="none">
                <a:solidFill>
                  <a:schemeClr val="accent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accent1"/>
              </a:buClr>
              <a:buSzPts val="2400"/>
              <a:buFont typeface="DM Sans"/>
              <a:buNone/>
              <a:defRPr sz="2400" b="0" i="0" u="none" strike="noStrike" cap="none">
                <a:solidFill>
                  <a:schemeClr val="accent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accent1"/>
              </a:buClr>
              <a:buSzPts val="2400"/>
              <a:buFont typeface="DM Sans"/>
              <a:buNone/>
              <a:defRPr sz="2400" b="0" i="0" u="none" strike="noStrike" cap="none">
                <a:solidFill>
                  <a:schemeClr val="accent1"/>
                </a:solidFill>
                <a:latin typeface="DM Sans"/>
                <a:ea typeface="DM Sans"/>
                <a:cs typeface="DM Sans"/>
                <a:sym typeface="DM Sans"/>
              </a:defRPr>
            </a:lvl9pPr>
          </a:lstStyle>
          <a:p>
            <a:pPr marL="0" indent="0" algn="ctr"/>
            <a:r>
              <a:rPr lang="en-IN" sz="1400" b="1" dirty="0">
                <a:solidFill>
                  <a:srgbClr val="434343"/>
                </a:solidFill>
              </a:rPr>
              <a:t>Under the guidance of: </a:t>
            </a:r>
            <a:r>
              <a:rPr lang="en-IN" sz="1400" dirty="0">
                <a:solidFill>
                  <a:schemeClr val="tx1">
                    <a:lumMod val="65000"/>
                    <a:lumOff val="35000"/>
                  </a:schemeClr>
                </a:solidFill>
              </a:rPr>
              <a:t>Prof. Ishwari </a:t>
            </a:r>
            <a:r>
              <a:rPr lang="en-IN" sz="1400" dirty="0" err="1">
                <a:solidFill>
                  <a:schemeClr val="tx1">
                    <a:lumMod val="65000"/>
                    <a:lumOff val="35000"/>
                  </a:schemeClr>
                </a:solidFill>
              </a:rPr>
              <a:t>Raskar</a:t>
            </a:r>
            <a:endParaRPr lang="en-IN" sz="1400" dirty="0">
              <a:solidFill>
                <a:schemeClr val="tx1">
                  <a:lumMod val="65000"/>
                  <a:lumOff val="35000"/>
                </a:schemeClr>
              </a:solidFill>
            </a:endParaRPr>
          </a:p>
        </p:txBody>
      </p:sp>
      <p:pic>
        <p:nvPicPr>
          <p:cNvPr id="5" name="Picture 4">
            <a:extLst>
              <a:ext uri="{FF2B5EF4-FFF2-40B4-BE49-F238E27FC236}">
                <a16:creationId xmlns:a16="http://schemas.microsoft.com/office/drawing/2014/main" id="{2FE6662B-E9A8-8972-FC34-EC7B1600C178}"/>
              </a:ext>
            </a:extLst>
          </p:cNvPr>
          <p:cNvPicPr>
            <a:picLocks noChangeAspect="1"/>
          </p:cNvPicPr>
          <p:nvPr/>
        </p:nvPicPr>
        <p:blipFill>
          <a:blip r:embed="rId3"/>
          <a:stretch>
            <a:fillRect/>
          </a:stretch>
        </p:blipFill>
        <p:spPr>
          <a:xfrm>
            <a:off x="5493547" y="1027041"/>
            <a:ext cx="3089417" cy="308941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2"/>
          <p:cNvSpPr/>
          <p:nvPr/>
        </p:nvSpPr>
        <p:spPr>
          <a:xfrm rot="5400000">
            <a:off x="4670362" y="-3292345"/>
            <a:ext cx="536082" cy="7712726"/>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2"/>
          <p:cNvSpPr txBox="1">
            <a:spLocks noGrp="1"/>
          </p:cNvSpPr>
          <p:nvPr>
            <p:ph type="title"/>
          </p:nvPr>
        </p:nvSpPr>
        <p:spPr>
          <a:xfrm>
            <a:off x="3588295" y="350242"/>
            <a:ext cx="1967409"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IN" sz="3600" dirty="0"/>
              <a:t>CONTENTS</a:t>
            </a:r>
          </a:p>
        </p:txBody>
      </p:sp>
      <p:pic>
        <p:nvPicPr>
          <p:cNvPr id="3" name="Picture 2">
            <a:extLst>
              <a:ext uri="{FF2B5EF4-FFF2-40B4-BE49-F238E27FC236}">
                <a16:creationId xmlns:a16="http://schemas.microsoft.com/office/drawing/2014/main" id="{BC1105F9-EBC6-2094-0901-F7967307CF21}"/>
              </a:ext>
            </a:extLst>
          </p:cNvPr>
          <p:cNvPicPr>
            <a:picLocks noChangeAspect="1"/>
          </p:cNvPicPr>
          <p:nvPr/>
        </p:nvPicPr>
        <p:blipFill>
          <a:blip r:embed="rId3"/>
          <a:stretch>
            <a:fillRect/>
          </a:stretch>
        </p:blipFill>
        <p:spPr>
          <a:xfrm>
            <a:off x="2981703" y="1236550"/>
            <a:ext cx="3913400" cy="3610973"/>
          </a:xfrm>
          <a:prstGeom prst="rect">
            <a:avLst/>
          </a:prstGeom>
        </p:spPr>
      </p:pic>
      <p:sp>
        <p:nvSpPr>
          <p:cNvPr id="219" name="Google Shape;219;p32"/>
          <p:cNvSpPr txBox="1">
            <a:spLocks noGrp="1"/>
          </p:cNvSpPr>
          <p:nvPr>
            <p:ph type="body" idx="1"/>
          </p:nvPr>
        </p:nvSpPr>
        <p:spPr>
          <a:xfrm>
            <a:off x="951456" y="1485878"/>
            <a:ext cx="2617540" cy="2928637"/>
          </a:xfrm>
          <a:prstGeom prst="rect">
            <a:avLst/>
          </a:prstGeom>
        </p:spPr>
        <p:txBody>
          <a:bodyPr spcFirstLastPara="1" wrap="square" lIns="91425" tIns="91425" rIns="91425" bIns="91425" anchor="ctr" anchorCtr="0">
            <a:noAutofit/>
          </a:bodyPr>
          <a:lstStyle/>
          <a:p>
            <a:pPr marL="342900" indent="-342900">
              <a:spcAft>
                <a:spcPts val="1600"/>
              </a:spcAft>
            </a:pPr>
            <a:r>
              <a:rPr lang="en" dirty="0"/>
              <a:t>Introduction</a:t>
            </a:r>
          </a:p>
          <a:p>
            <a:pPr marL="342900" indent="-342900">
              <a:spcAft>
                <a:spcPts val="1600"/>
              </a:spcAft>
            </a:pPr>
            <a:r>
              <a:rPr lang="en" dirty="0"/>
              <a:t>Problem Statement</a:t>
            </a:r>
          </a:p>
          <a:p>
            <a:pPr marL="342900" indent="-342900">
              <a:spcAft>
                <a:spcPts val="1600"/>
              </a:spcAft>
            </a:pPr>
            <a:r>
              <a:rPr lang="en" dirty="0"/>
              <a:t>Objective </a:t>
            </a:r>
          </a:p>
          <a:p>
            <a:pPr marL="342900" indent="-342900">
              <a:spcAft>
                <a:spcPts val="1600"/>
              </a:spcAft>
            </a:pPr>
            <a:r>
              <a:rPr lang="en" dirty="0"/>
              <a:t>Concepts &amp; Methods</a:t>
            </a:r>
          </a:p>
          <a:p>
            <a:pPr marL="342900" indent="-342900">
              <a:spcAft>
                <a:spcPts val="1600"/>
              </a:spcAft>
            </a:pPr>
            <a:r>
              <a:rPr lang="en" dirty="0"/>
              <a:t>Tools &amp; Languages</a:t>
            </a:r>
          </a:p>
        </p:txBody>
      </p:sp>
      <p:sp>
        <p:nvSpPr>
          <p:cNvPr id="4" name="Google Shape;219;p32">
            <a:extLst>
              <a:ext uri="{FF2B5EF4-FFF2-40B4-BE49-F238E27FC236}">
                <a16:creationId xmlns:a16="http://schemas.microsoft.com/office/drawing/2014/main" id="{D91B2531-D52F-7549-A9F0-E20A54F2B8EB}"/>
              </a:ext>
            </a:extLst>
          </p:cNvPr>
          <p:cNvSpPr txBox="1">
            <a:spLocks/>
          </p:cNvSpPr>
          <p:nvPr/>
        </p:nvSpPr>
        <p:spPr>
          <a:xfrm>
            <a:off x="6526460" y="1485877"/>
            <a:ext cx="2617540" cy="292863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DM Sans"/>
              <a:buChar char="●"/>
              <a:defRPr sz="1400" b="0" i="0" u="none" strike="noStrike" cap="none">
                <a:solidFill>
                  <a:schemeClr val="dk2"/>
                </a:solidFill>
                <a:latin typeface="DM Sans"/>
                <a:ea typeface="DM Sans"/>
                <a:cs typeface="DM Sans"/>
                <a:sym typeface="DM Sans"/>
              </a:defRPr>
            </a:lvl1pPr>
            <a:lvl2pPr marL="914400" marR="0" lvl="1" indent="-317500" algn="l" rtl="0">
              <a:lnSpc>
                <a:spcPct val="100000"/>
              </a:lnSpc>
              <a:spcBef>
                <a:spcPts val="1600"/>
              </a:spcBef>
              <a:spcAft>
                <a:spcPts val="0"/>
              </a:spcAft>
              <a:buClr>
                <a:schemeClr val="dk2"/>
              </a:buClr>
              <a:buSzPts val="1400"/>
              <a:buFont typeface="DM Sans"/>
              <a:buChar char="○"/>
              <a:defRPr sz="1400" b="0" i="0" u="none" strike="noStrike" cap="none">
                <a:solidFill>
                  <a:schemeClr val="dk2"/>
                </a:solidFill>
                <a:latin typeface="DM Sans"/>
                <a:ea typeface="DM Sans"/>
                <a:cs typeface="DM Sans"/>
                <a:sym typeface="DM Sans"/>
              </a:defRPr>
            </a:lvl2pPr>
            <a:lvl3pPr marL="1371600" marR="0" lvl="2" indent="-317500" algn="l" rtl="0">
              <a:lnSpc>
                <a:spcPct val="100000"/>
              </a:lnSpc>
              <a:spcBef>
                <a:spcPts val="1600"/>
              </a:spcBef>
              <a:spcAft>
                <a:spcPts val="0"/>
              </a:spcAft>
              <a:buClr>
                <a:schemeClr val="dk2"/>
              </a:buClr>
              <a:buSzPts val="1400"/>
              <a:buFont typeface="DM Sans"/>
              <a:buChar char="■"/>
              <a:defRPr sz="1400" b="0" i="0" u="none" strike="noStrike" cap="none">
                <a:solidFill>
                  <a:schemeClr val="dk2"/>
                </a:solidFill>
                <a:latin typeface="DM Sans"/>
                <a:ea typeface="DM Sans"/>
                <a:cs typeface="DM Sans"/>
                <a:sym typeface="DM Sans"/>
              </a:defRPr>
            </a:lvl3pPr>
            <a:lvl4pPr marL="1828800" marR="0" lvl="3" indent="-317500" algn="l" rtl="0">
              <a:lnSpc>
                <a:spcPct val="100000"/>
              </a:lnSpc>
              <a:spcBef>
                <a:spcPts val="1600"/>
              </a:spcBef>
              <a:spcAft>
                <a:spcPts val="0"/>
              </a:spcAft>
              <a:buClr>
                <a:schemeClr val="dk2"/>
              </a:buClr>
              <a:buSzPts val="1400"/>
              <a:buFont typeface="DM Sans"/>
              <a:buChar char="●"/>
              <a:defRPr sz="1400" b="0" i="0" u="none" strike="noStrike" cap="none">
                <a:solidFill>
                  <a:schemeClr val="dk2"/>
                </a:solidFill>
                <a:latin typeface="DM Sans"/>
                <a:ea typeface="DM Sans"/>
                <a:cs typeface="DM Sans"/>
                <a:sym typeface="DM Sans"/>
              </a:defRPr>
            </a:lvl4pPr>
            <a:lvl5pPr marL="2286000" marR="0" lvl="4" indent="-317500" algn="l" rtl="0">
              <a:lnSpc>
                <a:spcPct val="100000"/>
              </a:lnSpc>
              <a:spcBef>
                <a:spcPts val="1600"/>
              </a:spcBef>
              <a:spcAft>
                <a:spcPts val="0"/>
              </a:spcAft>
              <a:buClr>
                <a:schemeClr val="dk2"/>
              </a:buClr>
              <a:buSzPts val="1400"/>
              <a:buFont typeface="DM Sans"/>
              <a:buChar char="○"/>
              <a:defRPr sz="1400" b="0" i="0" u="none" strike="noStrike" cap="none">
                <a:solidFill>
                  <a:schemeClr val="dk2"/>
                </a:solidFill>
                <a:latin typeface="DM Sans"/>
                <a:ea typeface="DM Sans"/>
                <a:cs typeface="DM Sans"/>
                <a:sym typeface="DM Sans"/>
              </a:defRPr>
            </a:lvl5pPr>
            <a:lvl6pPr marL="2743200" marR="0" lvl="5" indent="-317500" algn="l" rtl="0">
              <a:lnSpc>
                <a:spcPct val="100000"/>
              </a:lnSpc>
              <a:spcBef>
                <a:spcPts val="1600"/>
              </a:spcBef>
              <a:spcAft>
                <a:spcPts val="0"/>
              </a:spcAft>
              <a:buClr>
                <a:schemeClr val="dk2"/>
              </a:buClr>
              <a:buSzPts val="1400"/>
              <a:buFont typeface="DM Sans"/>
              <a:buChar char="■"/>
              <a:defRPr sz="1400" b="0" i="0" u="none" strike="noStrike" cap="none">
                <a:solidFill>
                  <a:schemeClr val="dk2"/>
                </a:solidFill>
                <a:latin typeface="DM Sans"/>
                <a:ea typeface="DM Sans"/>
                <a:cs typeface="DM Sans"/>
                <a:sym typeface="DM Sans"/>
              </a:defRPr>
            </a:lvl6pPr>
            <a:lvl7pPr marL="3200400" marR="0" lvl="6" indent="-317500" algn="l" rtl="0">
              <a:lnSpc>
                <a:spcPct val="100000"/>
              </a:lnSpc>
              <a:spcBef>
                <a:spcPts val="1600"/>
              </a:spcBef>
              <a:spcAft>
                <a:spcPts val="0"/>
              </a:spcAft>
              <a:buClr>
                <a:schemeClr val="dk2"/>
              </a:buClr>
              <a:buSzPts val="1400"/>
              <a:buFont typeface="DM Sans"/>
              <a:buChar char="●"/>
              <a:defRPr sz="1400" b="0" i="0" u="none" strike="noStrike" cap="none">
                <a:solidFill>
                  <a:schemeClr val="dk2"/>
                </a:solidFill>
                <a:latin typeface="DM Sans"/>
                <a:ea typeface="DM Sans"/>
                <a:cs typeface="DM Sans"/>
                <a:sym typeface="DM Sans"/>
              </a:defRPr>
            </a:lvl7pPr>
            <a:lvl8pPr marL="3657600" marR="0" lvl="7" indent="-317500" algn="l" rtl="0">
              <a:lnSpc>
                <a:spcPct val="100000"/>
              </a:lnSpc>
              <a:spcBef>
                <a:spcPts val="1600"/>
              </a:spcBef>
              <a:spcAft>
                <a:spcPts val="0"/>
              </a:spcAft>
              <a:buClr>
                <a:schemeClr val="dk2"/>
              </a:buClr>
              <a:buSzPts val="1400"/>
              <a:buFont typeface="DM Sans"/>
              <a:buChar char="○"/>
              <a:defRPr sz="1400" b="0" i="0" u="none" strike="noStrike" cap="none">
                <a:solidFill>
                  <a:schemeClr val="dk2"/>
                </a:solidFill>
                <a:latin typeface="DM Sans"/>
                <a:ea typeface="DM Sans"/>
                <a:cs typeface="DM Sans"/>
                <a:sym typeface="DM Sans"/>
              </a:defRPr>
            </a:lvl8pPr>
            <a:lvl9pPr marL="4114800" marR="0" lvl="8" indent="-317500" algn="l" rtl="0">
              <a:lnSpc>
                <a:spcPct val="100000"/>
              </a:lnSpc>
              <a:spcBef>
                <a:spcPts val="1600"/>
              </a:spcBef>
              <a:spcAft>
                <a:spcPts val="1600"/>
              </a:spcAft>
              <a:buClr>
                <a:schemeClr val="dk2"/>
              </a:buClr>
              <a:buSzPts val="1400"/>
              <a:buFont typeface="DM Sans"/>
              <a:buChar char="■"/>
              <a:defRPr sz="1400" b="0" i="0" u="none" strike="noStrike" cap="none">
                <a:solidFill>
                  <a:schemeClr val="dk2"/>
                </a:solidFill>
                <a:latin typeface="DM Sans"/>
                <a:ea typeface="DM Sans"/>
                <a:cs typeface="DM Sans"/>
                <a:sym typeface="DM Sans"/>
              </a:defRPr>
            </a:lvl9pPr>
          </a:lstStyle>
          <a:p>
            <a:pPr marL="0" indent="0">
              <a:spcAft>
                <a:spcPts val="1600"/>
              </a:spcAft>
              <a:buNone/>
            </a:pPr>
            <a:endParaRPr lang="en-US" dirty="0"/>
          </a:p>
          <a:p>
            <a:pPr marL="342900" indent="-342900">
              <a:spcAft>
                <a:spcPts val="1600"/>
              </a:spcAft>
            </a:pPr>
            <a:r>
              <a:rPr lang="en-US" dirty="0"/>
              <a:t>Implementation</a:t>
            </a:r>
          </a:p>
          <a:p>
            <a:pPr marL="342900" indent="-342900">
              <a:spcAft>
                <a:spcPts val="1600"/>
              </a:spcAft>
            </a:pPr>
            <a:r>
              <a:rPr lang="en-US" dirty="0"/>
              <a:t>Results</a:t>
            </a:r>
          </a:p>
          <a:p>
            <a:pPr marL="342900" indent="-342900">
              <a:spcAft>
                <a:spcPts val="1600"/>
              </a:spcAft>
            </a:pPr>
            <a:r>
              <a:rPr lang="en-US" dirty="0"/>
              <a:t>Conclusion &amp; Future work</a:t>
            </a:r>
          </a:p>
          <a:p>
            <a:pPr marL="0" indent="0">
              <a:spcAft>
                <a:spcPts val="1600"/>
              </a:spcAft>
              <a:buNone/>
            </a:pPr>
            <a:endParaRPr lang="e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4" name="Rectangle 3">
            <a:extLst>
              <a:ext uri="{FF2B5EF4-FFF2-40B4-BE49-F238E27FC236}">
                <a16:creationId xmlns:a16="http://schemas.microsoft.com/office/drawing/2014/main" id="{C1A43235-3452-47BB-ACBA-75E3C8FDA8F4}"/>
              </a:ext>
            </a:extLst>
          </p:cNvPr>
          <p:cNvSpPr/>
          <p:nvPr/>
        </p:nvSpPr>
        <p:spPr>
          <a:xfrm>
            <a:off x="0" y="0"/>
            <a:ext cx="9144000" cy="5143500"/>
          </a:xfrm>
          <a:prstGeom prst="rect">
            <a:avLst/>
          </a:prstGeom>
          <a:solidFill>
            <a:srgbClr val="6DD6B8"/>
          </a:solidFill>
          <a:ln>
            <a:solidFill>
              <a:srgbClr val="6DD6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3" name="Google Shape;233;p33"/>
          <p:cNvSpPr txBox="1">
            <a:spLocks noGrp="1"/>
          </p:cNvSpPr>
          <p:nvPr>
            <p:ph type="subTitle" idx="1"/>
          </p:nvPr>
        </p:nvSpPr>
        <p:spPr>
          <a:xfrm>
            <a:off x="704875" y="3039300"/>
            <a:ext cx="3099000" cy="71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could enter here a subtitle if you need it</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32" name="Google Shape;232;p33"/>
          <p:cNvSpPr txBox="1">
            <a:spLocks noGrp="1"/>
          </p:cNvSpPr>
          <p:nvPr>
            <p:ph type="title"/>
          </p:nvPr>
        </p:nvSpPr>
        <p:spPr>
          <a:xfrm>
            <a:off x="378549" y="334200"/>
            <a:ext cx="2786131" cy="71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INTRODUCTION</a:t>
            </a:r>
          </a:p>
        </p:txBody>
      </p:sp>
      <p:sp>
        <p:nvSpPr>
          <p:cNvPr id="235" name="Google Shape;235;p33"/>
          <p:cNvSpPr/>
          <p:nvPr/>
        </p:nvSpPr>
        <p:spPr>
          <a:xfrm>
            <a:off x="378550" y="2530750"/>
            <a:ext cx="3316500" cy="1758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Rectangle 5">
            <a:extLst>
              <a:ext uri="{FF2B5EF4-FFF2-40B4-BE49-F238E27FC236}">
                <a16:creationId xmlns:a16="http://schemas.microsoft.com/office/drawing/2014/main" id="{384C60B3-40F9-4790-BA00-BE933A34CC00}"/>
              </a:ext>
            </a:extLst>
          </p:cNvPr>
          <p:cNvSpPr/>
          <p:nvPr/>
        </p:nvSpPr>
        <p:spPr>
          <a:xfrm>
            <a:off x="308635" y="2202180"/>
            <a:ext cx="7037045" cy="2705100"/>
          </a:xfrm>
          <a:prstGeom prst="rect">
            <a:avLst/>
          </a:prstGeom>
          <a:solidFill>
            <a:srgbClr val="6DD6B8"/>
          </a:solidFill>
          <a:ln>
            <a:solidFill>
              <a:srgbClr val="6DD6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EEF51CF7-5A75-4F41-AA82-81F8915FB34C}"/>
              </a:ext>
            </a:extLst>
          </p:cNvPr>
          <p:cNvSpPr/>
          <p:nvPr/>
        </p:nvSpPr>
        <p:spPr>
          <a:xfrm>
            <a:off x="833757" y="1394965"/>
            <a:ext cx="7679838" cy="27051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Google Shape;193;p30">
            <a:extLst>
              <a:ext uri="{FF2B5EF4-FFF2-40B4-BE49-F238E27FC236}">
                <a16:creationId xmlns:a16="http://schemas.microsoft.com/office/drawing/2014/main" id="{09F10757-4060-4304-94DF-C4840092F0A7}"/>
              </a:ext>
            </a:extLst>
          </p:cNvPr>
          <p:cNvSpPr txBox="1">
            <a:spLocks/>
          </p:cNvSpPr>
          <p:nvPr/>
        </p:nvSpPr>
        <p:spPr>
          <a:xfrm>
            <a:off x="1170104" y="1859015"/>
            <a:ext cx="6935055" cy="170875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DM Sans"/>
              <a:buNone/>
              <a:defRPr sz="1800" b="0" i="0" u="none" strike="noStrike" cap="none">
                <a:solidFill>
                  <a:schemeClr val="dk2"/>
                </a:solidFill>
                <a:latin typeface="DM Sans"/>
                <a:ea typeface="DM Sans"/>
                <a:cs typeface="DM Sans"/>
                <a:sym typeface="DM Sans"/>
              </a:defRPr>
            </a:lvl1pPr>
            <a:lvl2pPr marL="914400" marR="0" lvl="1" indent="-317500" algn="r" rtl="0">
              <a:lnSpc>
                <a:spcPct val="100000"/>
              </a:lnSpc>
              <a:spcBef>
                <a:spcPts val="0"/>
              </a:spcBef>
              <a:spcAft>
                <a:spcPts val="0"/>
              </a:spcAft>
              <a:buClr>
                <a:schemeClr val="dk2"/>
              </a:buClr>
              <a:buSzPts val="1800"/>
              <a:buFont typeface="DM Sans"/>
              <a:buNone/>
              <a:defRPr sz="1800" b="0" i="0" u="none" strike="noStrike" cap="none">
                <a:solidFill>
                  <a:schemeClr val="dk2"/>
                </a:solidFill>
                <a:latin typeface="DM Sans"/>
                <a:ea typeface="DM Sans"/>
                <a:cs typeface="DM Sans"/>
                <a:sym typeface="DM Sans"/>
              </a:defRPr>
            </a:lvl2pPr>
            <a:lvl3pPr marL="1371600" marR="0" lvl="2" indent="-317500" algn="r" rtl="0">
              <a:lnSpc>
                <a:spcPct val="100000"/>
              </a:lnSpc>
              <a:spcBef>
                <a:spcPts val="0"/>
              </a:spcBef>
              <a:spcAft>
                <a:spcPts val="0"/>
              </a:spcAft>
              <a:buClr>
                <a:schemeClr val="dk2"/>
              </a:buClr>
              <a:buSzPts val="1800"/>
              <a:buFont typeface="DM Sans"/>
              <a:buNone/>
              <a:defRPr sz="1800" b="0" i="0" u="none" strike="noStrike" cap="none">
                <a:solidFill>
                  <a:schemeClr val="dk2"/>
                </a:solidFill>
                <a:latin typeface="DM Sans"/>
                <a:ea typeface="DM Sans"/>
                <a:cs typeface="DM Sans"/>
                <a:sym typeface="DM Sans"/>
              </a:defRPr>
            </a:lvl3pPr>
            <a:lvl4pPr marL="1828800" marR="0" lvl="3" indent="-317500" algn="r" rtl="0">
              <a:lnSpc>
                <a:spcPct val="100000"/>
              </a:lnSpc>
              <a:spcBef>
                <a:spcPts val="0"/>
              </a:spcBef>
              <a:spcAft>
                <a:spcPts val="0"/>
              </a:spcAft>
              <a:buClr>
                <a:schemeClr val="dk2"/>
              </a:buClr>
              <a:buSzPts val="1800"/>
              <a:buFont typeface="DM Sans"/>
              <a:buNone/>
              <a:defRPr sz="1800" b="0" i="0" u="none" strike="noStrike" cap="none">
                <a:solidFill>
                  <a:schemeClr val="dk2"/>
                </a:solidFill>
                <a:latin typeface="DM Sans"/>
                <a:ea typeface="DM Sans"/>
                <a:cs typeface="DM Sans"/>
                <a:sym typeface="DM Sans"/>
              </a:defRPr>
            </a:lvl4pPr>
            <a:lvl5pPr marL="2286000" marR="0" lvl="4" indent="-317500" algn="r" rtl="0">
              <a:lnSpc>
                <a:spcPct val="100000"/>
              </a:lnSpc>
              <a:spcBef>
                <a:spcPts val="0"/>
              </a:spcBef>
              <a:spcAft>
                <a:spcPts val="0"/>
              </a:spcAft>
              <a:buClr>
                <a:schemeClr val="dk2"/>
              </a:buClr>
              <a:buSzPts val="1800"/>
              <a:buFont typeface="DM Sans"/>
              <a:buNone/>
              <a:defRPr sz="1800" b="0" i="0" u="none" strike="noStrike" cap="none">
                <a:solidFill>
                  <a:schemeClr val="dk2"/>
                </a:solidFill>
                <a:latin typeface="DM Sans"/>
                <a:ea typeface="DM Sans"/>
                <a:cs typeface="DM Sans"/>
                <a:sym typeface="DM Sans"/>
              </a:defRPr>
            </a:lvl5pPr>
            <a:lvl6pPr marL="2743200" marR="0" lvl="5" indent="-317500" algn="r" rtl="0">
              <a:lnSpc>
                <a:spcPct val="100000"/>
              </a:lnSpc>
              <a:spcBef>
                <a:spcPts val="0"/>
              </a:spcBef>
              <a:spcAft>
                <a:spcPts val="0"/>
              </a:spcAft>
              <a:buClr>
                <a:schemeClr val="dk2"/>
              </a:buClr>
              <a:buSzPts val="1800"/>
              <a:buFont typeface="DM Sans"/>
              <a:buNone/>
              <a:defRPr sz="1800" b="0" i="0" u="none" strike="noStrike" cap="none">
                <a:solidFill>
                  <a:schemeClr val="dk2"/>
                </a:solidFill>
                <a:latin typeface="DM Sans"/>
                <a:ea typeface="DM Sans"/>
                <a:cs typeface="DM Sans"/>
                <a:sym typeface="DM Sans"/>
              </a:defRPr>
            </a:lvl6pPr>
            <a:lvl7pPr marL="3200400" marR="0" lvl="6" indent="-317500" algn="r" rtl="0">
              <a:lnSpc>
                <a:spcPct val="100000"/>
              </a:lnSpc>
              <a:spcBef>
                <a:spcPts val="0"/>
              </a:spcBef>
              <a:spcAft>
                <a:spcPts val="0"/>
              </a:spcAft>
              <a:buClr>
                <a:schemeClr val="dk2"/>
              </a:buClr>
              <a:buSzPts val="1800"/>
              <a:buFont typeface="DM Sans"/>
              <a:buNone/>
              <a:defRPr sz="1800" b="0" i="0" u="none" strike="noStrike" cap="none">
                <a:solidFill>
                  <a:schemeClr val="dk2"/>
                </a:solidFill>
                <a:latin typeface="DM Sans"/>
                <a:ea typeface="DM Sans"/>
                <a:cs typeface="DM Sans"/>
                <a:sym typeface="DM Sans"/>
              </a:defRPr>
            </a:lvl7pPr>
            <a:lvl8pPr marL="3657600" marR="0" lvl="7" indent="-317500" algn="r" rtl="0">
              <a:lnSpc>
                <a:spcPct val="100000"/>
              </a:lnSpc>
              <a:spcBef>
                <a:spcPts val="0"/>
              </a:spcBef>
              <a:spcAft>
                <a:spcPts val="0"/>
              </a:spcAft>
              <a:buClr>
                <a:schemeClr val="dk2"/>
              </a:buClr>
              <a:buSzPts val="1800"/>
              <a:buFont typeface="DM Sans"/>
              <a:buNone/>
              <a:defRPr sz="1800" b="0" i="0" u="none" strike="noStrike" cap="none">
                <a:solidFill>
                  <a:schemeClr val="dk2"/>
                </a:solidFill>
                <a:latin typeface="DM Sans"/>
                <a:ea typeface="DM Sans"/>
                <a:cs typeface="DM Sans"/>
                <a:sym typeface="DM Sans"/>
              </a:defRPr>
            </a:lvl8pPr>
            <a:lvl9pPr marL="4114800" marR="0" lvl="8" indent="-317500" algn="r" rtl="0">
              <a:lnSpc>
                <a:spcPct val="100000"/>
              </a:lnSpc>
              <a:spcBef>
                <a:spcPts val="0"/>
              </a:spcBef>
              <a:spcAft>
                <a:spcPts val="0"/>
              </a:spcAft>
              <a:buClr>
                <a:schemeClr val="dk2"/>
              </a:buClr>
              <a:buSzPts val="1800"/>
              <a:buFont typeface="DM Sans"/>
              <a:buNone/>
              <a:defRPr sz="1800" b="0" i="0" u="none" strike="noStrike" cap="none">
                <a:solidFill>
                  <a:schemeClr val="dk2"/>
                </a:solidFill>
                <a:latin typeface="DM Sans"/>
                <a:ea typeface="DM Sans"/>
                <a:cs typeface="DM Sans"/>
                <a:sym typeface="DM Sans"/>
              </a:defRPr>
            </a:lvl9pPr>
          </a:lstStyle>
          <a:p>
            <a:pPr marL="0" marR="0" algn="just">
              <a:lnSpc>
                <a:spcPct val="107000"/>
              </a:lnSpc>
              <a:spcBef>
                <a:spcPts val="0"/>
              </a:spcBef>
              <a:spcAft>
                <a:spcPts val="800"/>
              </a:spcAft>
            </a:pPr>
            <a:r>
              <a:rPr lang="en-IN" sz="1400" dirty="0">
                <a:effectLst/>
                <a:latin typeface="DM Sans" pitchFamily="2" charset="0"/>
                <a:ea typeface="Calibri" panose="020F0502020204030204" pitchFamily="34" charset="0"/>
              </a:rPr>
              <a:t>Secure messenger is a source and medium of communication that, if packaged in a practical and sophisticated way, will be able to provide solutions to the security of communication media as well as to supply impetus for user’s interest and safety outcomes. </a:t>
            </a:r>
            <a:r>
              <a:rPr lang="en-US" sz="1400" dirty="0">
                <a:effectLst/>
                <a:latin typeface="DM Sans" pitchFamily="2" charset="0"/>
                <a:ea typeface="Calibri" panose="020F0502020204030204" pitchFamily="34" charset="0"/>
              </a:rPr>
              <a:t>Secure Messenger is two-way chatting application with features of high level Encryption – Decryption</a:t>
            </a:r>
            <a:r>
              <a:rPr lang="en-US" sz="1400" dirty="0">
                <a:latin typeface="DM Sans" pitchFamily="2" charset="0"/>
                <a:ea typeface="Calibri" panose="020F0502020204030204" pitchFamily="34" charset="0"/>
              </a:rPr>
              <a:t>. </a:t>
            </a:r>
            <a:r>
              <a:rPr lang="en-US" sz="1400" dirty="0">
                <a:effectLst/>
                <a:latin typeface="DM Sans" pitchFamily="2" charset="0"/>
                <a:ea typeface="Calibri" panose="020F0502020204030204" pitchFamily="34" charset="0"/>
              </a:rPr>
              <a:t>This application is secured as it uses  chat Encryption-Decryption using Cryptography Algorithms. Also this application allows users to communicate over cloud environment.</a:t>
            </a:r>
          </a:p>
          <a:p>
            <a:pPr marL="0" marR="0" algn="just">
              <a:lnSpc>
                <a:spcPct val="107000"/>
              </a:lnSpc>
              <a:spcBef>
                <a:spcPts val="0"/>
              </a:spcBef>
              <a:spcAft>
                <a:spcPts val="800"/>
              </a:spcAft>
            </a:pPr>
            <a:endParaRPr lang="en-IN" sz="1400" dirty="0">
              <a:effectLst/>
              <a:latin typeface="DM Sans" pitchFamily="2" charset="0"/>
              <a:ea typeface="Calibri" panose="020F0502020204030204" pitchFamily="34" charset="0"/>
              <a:cs typeface="Mangal" panose="02040503050203030202"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0"/>
          <p:cNvSpPr txBox="1">
            <a:spLocks noGrp="1"/>
          </p:cNvSpPr>
          <p:nvPr>
            <p:ph type="body" idx="1"/>
          </p:nvPr>
        </p:nvSpPr>
        <p:spPr>
          <a:xfrm>
            <a:off x="1546004" y="1168320"/>
            <a:ext cx="6935055" cy="2474040"/>
          </a:xfrm>
          <a:prstGeom prst="rect">
            <a:avLst/>
          </a:prstGeom>
        </p:spPr>
        <p:txBody>
          <a:bodyPr spcFirstLastPara="1" wrap="square" lIns="91425" tIns="91425" rIns="91425" bIns="91425" anchor="t" anchorCtr="0">
            <a:noAutofit/>
          </a:bodyPr>
          <a:lstStyle/>
          <a:p>
            <a:pPr marL="285750" lvl="0" indent="-285750" rtl="0">
              <a:lnSpc>
                <a:spcPct val="100000"/>
              </a:lnSpc>
              <a:spcBef>
                <a:spcPts val="0"/>
              </a:spcBef>
              <a:spcAft>
                <a:spcPts val="0"/>
              </a:spcAft>
              <a:buClr>
                <a:schemeClr val="dk1"/>
              </a:buClr>
              <a:buSzPct val="113000"/>
              <a:buFont typeface="Arial" panose="020B0604020202020204" pitchFamily="34" charset="0"/>
              <a:buChar char="•"/>
            </a:pPr>
            <a:endParaRPr sz="1400" dirty="0">
              <a:latin typeface="DM Sans" pitchFamily="2" charset="0"/>
            </a:endParaRPr>
          </a:p>
          <a:p>
            <a:pPr algn="just">
              <a:lnSpc>
                <a:spcPct val="107000"/>
              </a:lnSpc>
              <a:spcAft>
                <a:spcPts val="800"/>
              </a:spcAft>
            </a:pPr>
            <a:r>
              <a:rPr lang="en-US" sz="1400" dirty="0">
                <a:effectLst/>
                <a:latin typeface="DM Sans" pitchFamily="2" charset="0"/>
                <a:ea typeface="Calibri" panose="020F0502020204030204" pitchFamily="34" charset="0"/>
                <a:cs typeface="Times New Roman" panose="02020603050405020304" pitchFamily="18" charset="0"/>
              </a:rPr>
              <a:t>In today’s increasing technology there are several applications which provides a digital platform for communication but didn’t provide the security for our data as well as for our personal details. </a:t>
            </a:r>
          </a:p>
          <a:p>
            <a:pPr algn="just">
              <a:lnSpc>
                <a:spcPct val="107000"/>
              </a:lnSpc>
              <a:spcAft>
                <a:spcPts val="800"/>
              </a:spcAft>
            </a:pPr>
            <a:r>
              <a:rPr lang="en-US" sz="1400" dirty="0">
                <a:effectLst/>
                <a:latin typeface="DM Sans" pitchFamily="2" charset="0"/>
                <a:ea typeface="Calibri" panose="020F0502020204030204" pitchFamily="34" charset="0"/>
                <a:cs typeface="Times New Roman" panose="02020603050405020304" pitchFamily="18" charset="0"/>
              </a:rPr>
              <a:t>Also, there is a problem related to storage consumption as many of the applications are storage consuming and it causes unnecessary flooding of files in our device which cause to lack of storage space and may have to use third party applications to storage that junk on the cloud. </a:t>
            </a:r>
          </a:p>
          <a:p>
            <a:pPr algn="just">
              <a:lnSpc>
                <a:spcPct val="107000"/>
              </a:lnSpc>
              <a:spcAft>
                <a:spcPts val="800"/>
              </a:spcAft>
            </a:pPr>
            <a:r>
              <a:rPr lang="en-US" sz="1400" dirty="0">
                <a:effectLst/>
                <a:latin typeface="DM Sans" pitchFamily="2" charset="0"/>
                <a:ea typeface="Calibri" panose="020F0502020204030204" pitchFamily="34" charset="0"/>
                <a:cs typeface="Times New Roman" panose="02020603050405020304" pitchFamily="18" charset="0"/>
              </a:rPr>
              <a:t>Many times, the device got stolen and user is unable to recover the data as well as when device got stolen, users are unable to logout their accounts from the previous devices. So, by considering all these problems we have come up with a solution named as Secure Messenger.</a:t>
            </a:r>
            <a:endParaRPr lang="en-IN" sz="1400" dirty="0">
              <a:effectLst/>
              <a:latin typeface="DM Sans" pitchFamily="2" charset="0"/>
              <a:ea typeface="Calibri" panose="020F0502020204030204" pitchFamily="34" charset="0"/>
              <a:cs typeface="Times New Roman" panose="02020603050405020304" pitchFamily="18" charset="0"/>
            </a:endParaRPr>
          </a:p>
        </p:txBody>
      </p:sp>
      <p:sp>
        <p:nvSpPr>
          <p:cNvPr id="194" name="Google Shape;194;p30"/>
          <p:cNvSpPr txBox="1">
            <a:spLocks noGrp="1"/>
          </p:cNvSpPr>
          <p:nvPr>
            <p:ph type="title"/>
          </p:nvPr>
        </p:nvSpPr>
        <p:spPr>
          <a:xfrm>
            <a:off x="777240" y="389880"/>
            <a:ext cx="4251959"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IN" sz="3600" dirty="0"/>
              <a:t>PROBLEM STATEMENT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24CAE-F1C5-7D92-3871-52D6B8A3606D}"/>
              </a:ext>
            </a:extLst>
          </p:cNvPr>
          <p:cNvSpPr>
            <a:spLocks noGrp="1"/>
          </p:cNvSpPr>
          <p:nvPr>
            <p:ph type="title"/>
          </p:nvPr>
        </p:nvSpPr>
        <p:spPr>
          <a:xfrm>
            <a:off x="785812" y="246485"/>
            <a:ext cx="2002987" cy="572700"/>
          </a:xfrm>
        </p:spPr>
        <p:txBody>
          <a:bodyPr/>
          <a:lstStyle/>
          <a:p>
            <a:r>
              <a:rPr lang="en-US" sz="3600" dirty="0"/>
              <a:t>OBJECTIVE</a:t>
            </a:r>
            <a:endParaRPr lang="en-IN" sz="3600" dirty="0"/>
          </a:p>
        </p:txBody>
      </p:sp>
      <p:sp>
        <p:nvSpPr>
          <p:cNvPr id="4" name="Title 3">
            <a:extLst>
              <a:ext uri="{FF2B5EF4-FFF2-40B4-BE49-F238E27FC236}">
                <a16:creationId xmlns:a16="http://schemas.microsoft.com/office/drawing/2014/main" id="{FC3AA814-E0D1-98EA-FE89-BD742D9FCC70}"/>
              </a:ext>
            </a:extLst>
          </p:cNvPr>
          <p:cNvSpPr>
            <a:spLocks noGrp="1"/>
          </p:cNvSpPr>
          <p:nvPr>
            <p:ph type="title" idx="2"/>
          </p:nvPr>
        </p:nvSpPr>
        <p:spPr>
          <a:xfrm>
            <a:off x="1504580" y="1352486"/>
            <a:ext cx="1554600" cy="538800"/>
          </a:xfrm>
        </p:spPr>
        <p:txBody>
          <a:bodyPr/>
          <a:lstStyle/>
          <a:p>
            <a:r>
              <a:rPr lang="en-US" dirty="0"/>
              <a:t>01</a:t>
            </a:r>
            <a:endParaRPr lang="en-IN" dirty="0"/>
          </a:p>
        </p:txBody>
      </p:sp>
      <p:sp>
        <p:nvSpPr>
          <p:cNvPr id="5" name="Subtitle 4">
            <a:extLst>
              <a:ext uri="{FF2B5EF4-FFF2-40B4-BE49-F238E27FC236}">
                <a16:creationId xmlns:a16="http://schemas.microsoft.com/office/drawing/2014/main" id="{CB83E499-76E1-AFD9-3073-E83AE79C808D}"/>
              </a:ext>
            </a:extLst>
          </p:cNvPr>
          <p:cNvSpPr>
            <a:spLocks noGrp="1"/>
          </p:cNvSpPr>
          <p:nvPr>
            <p:ph type="subTitle" idx="3"/>
          </p:nvPr>
        </p:nvSpPr>
        <p:spPr>
          <a:xfrm>
            <a:off x="2976348" y="2587138"/>
            <a:ext cx="5127558" cy="721519"/>
          </a:xfrm>
        </p:spPr>
        <p:txBody>
          <a:bodyPr/>
          <a:lstStyle/>
          <a:p>
            <a:r>
              <a:rPr lang="en-US" dirty="0"/>
              <a:t>Get to know more about how cryptography takes place.</a:t>
            </a:r>
            <a:endParaRPr lang="en-IN" dirty="0"/>
          </a:p>
        </p:txBody>
      </p:sp>
      <p:sp>
        <p:nvSpPr>
          <p:cNvPr id="6" name="Title 5">
            <a:extLst>
              <a:ext uri="{FF2B5EF4-FFF2-40B4-BE49-F238E27FC236}">
                <a16:creationId xmlns:a16="http://schemas.microsoft.com/office/drawing/2014/main" id="{86DC57BB-3272-2A28-B592-60AED5375189}"/>
              </a:ext>
            </a:extLst>
          </p:cNvPr>
          <p:cNvSpPr>
            <a:spLocks noGrp="1"/>
          </p:cNvSpPr>
          <p:nvPr>
            <p:ph type="title" idx="4"/>
          </p:nvPr>
        </p:nvSpPr>
        <p:spPr>
          <a:xfrm>
            <a:off x="1504580" y="2650196"/>
            <a:ext cx="1554600" cy="538800"/>
          </a:xfrm>
        </p:spPr>
        <p:txBody>
          <a:bodyPr/>
          <a:lstStyle/>
          <a:p>
            <a:r>
              <a:rPr lang="en-US" dirty="0"/>
              <a:t>02</a:t>
            </a:r>
            <a:endParaRPr lang="en-IN" dirty="0"/>
          </a:p>
        </p:txBody>
      </p:sp>
      <p:sp>
        <p:nvSpPr>
          <p:cNvPr id="8" name="Title 7">
            <a:extLst>
              <a:ext uri="{FF2B5EF4-FFF2-40B4-BE49-F238E27FC236}">
                <a16:creationId xmlns:a16="http://schemas.microsoft.com/office/drawing/2014/main" id="{FA745D66-5ECD-47F8-676A-E55893206CCD}"/>
              </a:ext>
            </a:extLst>
          </p:cNvPr>
          <p:cNvSpPr>
            <a:spLocks noGrp="1"/>
          </p:cNvSpPr>
          <p:nvPr>
            <p:ph type="title" idx="6"/>
          </p:nvPr>
        </p:nvSpPr>
        <p:spPr>
          <a:xfrm>
            <a:off x="1504580" y="4045988"/>
            <a:ext cx="1554600" cy="538800"/>
          </a:xfrm>
        </p:spPr>
        <p:txBody>
          <a:bodyPr/>
          <a:lstStyle/>
          <a:p>
            <a:r>
              <a:rPr lang="en-US" dirty="0"/>
              <a:t>03</a:t>
            </a:r>
            <a:endParaRPr lang="en-IN" dirty="0"/>
          </a:p>
        </p:txBody>
      </p:sp>
      <p:sp>
        <p:nvSpPr>
          <p:cNvPr id="9" name="Google Shape;267;p35">
            <a:extLst>
              <a:ext uri="{FF2B5EF4-FFF2-40B4-BE49-F238E27FC236}">
                <a16:creationId xmlns:a16="http://schemas.microsoft.com/office/drawing/2014/main" id="{8B1F0804-9F0F-36F7-2CCE-59711B736CD2}"/>
              </a:ext>
            </a:extLst>
          </p:cNvPr>
          <p:cNvSpPr/>
          <p:nvPr/>
        </p:nvSpPr>
        <p:spPr>
          <a:xfrm rot="5400000">
            <a:off x="-1624803" y="1911616"/>
            <a:ext cx="4597712" cy="487656"/>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TextBox 9">
            <a:extLst>
              <a:ext uri="{FF2B5EF4-FFF2-40B4-BE49-F238E27FC236}">
                <a16:creationId xmlns:a16="http://schemas.microsoft.com/office/drawing/2014/main" id="{87F7A55A-7549-5A78-B2DB-DEF918CC5083}"/>
              </a:ext>
            </a:extLst>
          </p:cNvPr>
          <p:cNvSpPr txBox="1"/>
          <p:nvPr/>
        </p:nvSpPr>
        <p:spPr>
          <a:xfrm>
            <a:off x="2976348" y="3990520"/>
            <a:ext cx="3241608" cy="523220"/>
          </a:xfrm>
          <a:prstGeom prst="rect">
            <a:avLst/>
          </a:prstGeom>
          <a:noFill/>
        </p:spPr>
        <p:txBody>
          <a:bodyPr wrap="square" rtlCol="0">
            <a:spAutoFit/>
          </a:bodyPr>
          <a:lstStyle/>
          <a:p>
            <a:pPr algn="ctr"/>
            <a:r>
              <a:rPr lang="en-US" dirty="0">
                <a:solidFill>
                  <a:srgbClr val="264D42"/>
                </a:solidFill>
                <a:latin typeface="DM Sans" pitchFamily="2" charset="0"/>
              </a:rPr>
              <a:t>To work on Realtime database.</a:t>
            </a:r>
            <a:endParaRPr lang="en-IN" dirty="0">
              <a:solidFill>
                <a:srgbClr val="264D42"/>
              </a:solidFill>
              <a:latin typeface="DM Sans" pitchFamily="2" charset="0"/>
            </a:endParaRPr>
          </a:p>
          <a:p>
            <a:pPr algn="ctr"/>
            <a:endParaRPr lang="en-IN" dirty="0">
              <a:solidFill>
                <a:srgbClr val="264D42"/>
              </a:solidFill>
              <a:latin typeface="DM Sans" pitchFamily="2" charset="0"/>
            </a:endParaRPr>
          </a:p>
        </p:txBody>
      </p:sp>
      <p:sp>
        <p:nvSpPr>
          <p:cNvPr id="13" name="TextBox 12">
            <a:extLst>
              <a:ext uri="{FF2B5EF4-FFF2-40B4-BE49-F238E27FC236}">
                <a16:creationId xmlns:a16="http://schemas.microsoft.com/office/drawing/2014/main" id="{1A5818DA-EEED-BEF1-E4A9-201324B76E5D}"/>
              </a:ext>
            </a:extLst>
          </p:cNvPr>
          <p:cNvSpPr txBox="1"/>
          <p:nvPr/>
        </p:nvSpPr>
        <p:spPr>
          <a:xfrm>
            <a:off x="3219550" y="1349404"/>
            <a:ext cx="4936904" cy="523220"/>
          </a:xfrm>
          <a:prstGeom prst="rect">
            <a:avLst/>
          </a:prstGeom>
          <a:noFill/>
        </p:spPr>
        <p:txBody>
          <a:bodyPr wrap="square" rtlCol="0">
            <a:spAutoFit/>
          </a:bodyPr>
          <a:lstStyle/>
          <a:p>
            <a:r>
              <a:rPr lang="en-US" dirty="0">
                <a:solidFill>
                  <a:srgbClr val="434343"/>
                </a:solidFill>
                <a:latin typeface="DM Sans" pitchFamily="2" charset="0"/>
              </a:rPr>
              <a:t>To develop an application which will assures security and integrity of data.</a:t>
            </a:r>
            <a:endParaRPr lang="en-IN" dirty="0">
              <a:solidFill>
                <a:srgbClr val="434343"/>
              </a:solidFill>
              <a:latin typeface="DM Sans" pitchFamily="2" charset="0"/>
            </a:endParaRPr>
          </a:p>
        </p:txBody>
      </p:sp>
      <p:grpSp>
        <p:nvGrpSpPr>
          <p:cNvPr id="20" name="Group 19">
            <a:extLst>
              <a:ext uri="{FF2B5EF4-FFF2-40B4-BE49-F238E27FC236}">
                <a16:creationId xmlns:a16="http://schemas.microsoft.com/office/drawing/2014/main" id="{181235F4-256A-95D1-0F7B-8CDBD30231A7}"/>
              </a:ext>
            </a:extLst>
          </p:cNvPr>
          <p:cNvGrpSpPr/>
          <p:nvPr/>
        </p:nvGrpSpPr>
        <p:grpSpPr>
          <a:xfrm>
            <a:off x="1756892" y="3832096"/>
            <a:ext cx="1127514" cy="896328"/>
            <a:chOff x="1821656" y="1032485"/>
            <a:chExt cx="1127514" cy="896328"/>
          </a:xfrm>
        </p:grpSpPr>
        <p:sp>
          <p:nvSpPr>
            <p:cNvPr id="18" name="Rectangle 17">
              <a:extLst>
                <a:ext uri="{FF2B5EF4-FFF2-40B4-BE49-F238E27FC236}">
                  <a16:creationId xmlns:a16="http://schemas.microsoft.com/office/drawing/2014/main" id="{7A3BB530-AFE0-BD74-F75F-96AE4ABE100B}"/>
                </a:ext>
              </a:extLst>
            </p:cNvPr>
            <p:cNvSpPr/>
            <p:nvPr/>
          </p:nvSpPr>
          <p:spPr>
            <a:xfrm>
              <a:off x="1821656" y="1143000"/>
              <a:ext cx="967144" cy="785813"/>
            </a:xfrm>
            <a:prstGeom prst="rect">
              <a:avLst/>
            </a:prstGeom>
            <a:noFill/>
            <a:ln>
              <a:solidFill>
                <a:srgbClr val="4343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BB01CA5A-92AF-988B-61C0-B5CF234C5215}"/>
                </a:ext>
              </a:extLst>
            </p:cNvPr>
            <p:cNvSpPr/>
            <p:nvPr/>
          </p:nvSpPr>
          <p:spPr>
            <a:xfrm>
              <a:off x="1982026" y="1032485"/>
              <a:ext cx="967144" cy="785813"/>
            </a:xfrm>
            <a:prstGeom prst="rect">
              <a:avLst/>
            </a:prstGeom>
            <a:noFill/>
            <a:ln>
              <a:solidFill>
                <a:srgbClr val="4343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2" name="Group 21">
            <a:extLst>
              <a:ext uri="{FF2B5EF4-FFF2-40B4-BE49-F238E27FC236}">
                <a16:creationId xmlns:a16="http://schemas.microsoft.com/office/drawing/2014/main" id="{3D899682-836B-917F-38FD-45D9E036E9E4}"/>
              </a:ext>
            </a:extLst>
          </p:cNvPr>
          <p:cNvGrpSpPr/>
          <p:nvPr/>
        </p:nvGrpSpPr>
        <p:grpSpPr>
          <a:xfrm>
            <a:off x="1756892" y="2441865"/>
            <a:ext cx="1127514" cy="896328"/>
            <a:chOff x="1821656" y="1032485"/>
            <a:chExt cx="1127514" cy="896328"/>
          </a:xfrm>
        </p:grpSpPr>
        <p:sp>
          <p:nvSpPr>
            <p:cNvPr id="23" name="Rectangle 22">
              <a:extLst>
                <a:ext uri="{FF2B5EF4-FFF2-40B4-BE49-F238E27FC236}">
                  <a16:creationId xmlns:a16="http://schemas.microsoft.com/office/drawing/2014/main" id="{BFE36777-FF6E-EA9B-4F9A-14DB835F108A}"/>
                </a:ext>
              </a:extLst>
            </p:cNvPr>
            <p:cNvSpPr/>
            <p:nvPr/>
          </p:nvSpPr>
          <p:spPr>
            <a:xfrm>
              <a:off x="1821656" y="1143000"/>
              <a:ext cx="967144" cy="785813"/>
            </a:xfrm>
            <a:prstGeom prst="rect">
              <a:avLst/>
            </a:prstGeom>
            <a:noFill/>
            <a:ln>
              <a:solidFill>
                <a:srgbClr val="4343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C1E6868D-815D-7015-9688-F99AB8B724DE}"/>
                </a:ext>
              </a:extLst>
            </p:cNvPr>
            <p:cNvSpPr/>
            <p:nvPr/>
          </p:nvSpPr>
          <p:spPr>
            <a:xfrm>
              <a:off x="1982026" y="1032485"/>
              <a:ext cx="967144" cy="785813"/>
            </a:xfrm>
            <a:prstGeom prst="rect">
              <a:avLst/>
            </a:prstGeom>
            <a:noFill/>
            <a:ln>
              <a:solidFill>
                <a:srgbClr val="4343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5" name="Group 24">
            <a:extLst>
              <a:ext uri="{FF2B5EF4-FFF2-40B4-BE49-F238E27FC236}">
                <a16:creationId xmlns:a16="http://schemas.microsoft.com/office/drawing/2014/main" id="{41B66743-FE45-BCCF-1B70-5B654D2CA0FD}"/>
              </a:ext>
            </a:extLst>
          </p:cNvPr>
          <p:cNvGrpSpPr/>
          <p:nvPr/>
        </p:nvGrpSpPr>
        <p:grpSpPr>
          <a:xfrm>
            <a:off x="1756892" y="1107958"/>
            <a:ext cx="1127514" cy="896328"/>
            <a:chOff x="1821656" y="1032485"/>
            <a:chExt cx="1127514" cy="896328"/>
          </a:xfrm>
        </p:grpSpPr>
        <p:sp>
          <p:nvSpPr>
            <p:cNvPr id="26" name="Rectangle 25">
              <a:extLst>
                <a:ext uri="{FF2B5EF4-FFF2-40B4-BE49-F238E27FC236}">
                  <a16:creationId xmlns:a16="http://schemas.microsoft.com/office/drawing/2014/main" id="{B9647670-5D8A-71E7-C1E3-C3865C32999F}"/>
                </a:ext>
              </a:extLst>
            </p:cNvPr>
            <p:cNvSpPr/>
            <p:nvPr/>
          </p:nvSpPr>
          <p:spPr>
            <a:xfrm>
              <a:off x="1821656" y="1143000"/>
              <a:ext cx="967144" cy="785813"/>
            </a:xfrm>
            <a:prstGeom prst="rect">
              <a:avLst/>
            </a:prstGeom>
            <a:noFill/>
            <a:ln>
              <a:solidFill>
                <a:srgbClr val="4343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2E50F2EB-4E01-4880-CDE4-2838E01BA8F8}"/>
                </a:ext>
              </a:extLst>
            </p:cNvPr>
            <p:cNvSpPr/>
            <p:nvPr/>
          </p:nvSpPr>
          <p:spPr>
            <a:xfrm>
              <a:off x="1982026" y="1032485"/>
              <a:ext cx="967144" cy="785813"/>
            </a:xfrm>
            <a:prstGeom prst="rect">
              <a:avLst/>
            </a:prstGeom>
            <a:noFill/>
            <a:ln>
              <a:solidFill>
                <a:srgbClr val="4343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918092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BE812-F90E-FD13-AA9A-A50DA20AD87A}"/>
              </a:ext>
            </a:extLst>
          </p:cNvPr>
          <p:cNvSpPr>
            <a:spLocks noGrp="1"/>
          </p:cNvSpPr>
          <p:nvPr>
            <p:ph type="title"/>
          </p:nvPr>
        </p:nvSpPr>
        <p:spPr>
          <a:xfrm>
            <a:off x="500862" y="110700"/>
            <a:ext cx="4592631" cy="572700"/>
          </a:xfrm>
        </p:spPr>
        <p:txBody>
          <a:bodyPr/>
          <a:lstStyle/>
          <a:p>
            <a:r>
              <a:rPr lang="en-US" sz="3600" dirty="0"/>
              <a:t>CONCEPTS &amp; METHODS</a:t>
            </a:r>
            <a:endParaRPr lang="en-IN" sz="3600" dirty="0"/>
          </a:p>
        </p:txBody>
      </p:sp>
      <p:sp>
        <p:nvSpPr>
          <p:cNvPr id="7" name="Title 6">
            <a:extLst>
              <a:ext uri="{FF2B5EF4-FFF2-40B4-BE49-F238E27FC236}">
                <a16:creationId xmlns:a16="http://schemas.microsoft.com/office/drawing/2014/main" id="{49CF62E2-5E3A-D719-6588-2CE9E7CC5592}"/>
              </a:ext>
            </a:extLst>
          </p:cNvPr>
          <p:cNvSpPr>
            <a:spLocks noGrp="1"/>
          </p:cNvSpPr>
          <p:nvPr>
            <p:ph type="title" idx="5"/>
          </p:nvPr>
        </p:nvSpPr>
        <p:spPr>
          <a:xfrm>
            <a:off x="2430642" y="1265412"/>
            <a:ext cx="1623900" cy="409800"/>
          </a:xfrm>
        </p:spPr>
        <p:txBody>
          <a:bodyPr/>
          <a:lstStyle/>
          <a:p>
            <a:r>
              <a:rPr lang="en-US" sz="2400" dirty="0">
                <a:solidFill>
                  <a:srgbClr val="595959"/>
                </a:solidFill>
              </a:rPr>
              <a:t>CONCEPT</a:t>
            </a:r>
            <a:endParaRPr lang="en-IN" sz="2400" dirty="0">
              <a:solidFill>
                <a:srgbClr val="595959"/>
              </a:solidFill>
            </a:endParaRPr>
          </a:p>
        </p:txBody>
      </p:sp>
      <p:sp>
        <p:nvSpPr>
          <p:cNvPr id="16" name="TextBox 15">
            <a:extLst>
              <a:ext uri="{FF2B5EF4-FFF2-40B4-BE49-F238E27FC236}">
                <a16:creationId xmlns:a16="http://schemas.microsoft.com/office/drawing/2014/main" id="{F902EF3A-8B54-E6C3-9CD3-BBBB3EB0E5C0}"/>
              </a:ext>
            </a:extLst>
          </p:cNvPr>
          <p:cNvSpPr txBox="1"/>
          <p:nvPr/>
        </p:nvSpPr>
        <p:spPr>
          <a:xfrm>
            <a:off x="1809603" y="2127136"/>
            <a:ext cx="2865979" cy="2031325"/>
          </a:xfrm>
          <a:prstGeom prst="rect">
            <a:avLst/>
          </a:prstGeom>
          <a:noFill/>
        </p:spPr>
        <p:txBody>
          <a:bodyPr wrap="square">
            <a:spAutoFit/>
          </a:bodyPr>
          <a:lstStyle/>
          <a:p>
            <a:pPr>
              <a:buClr>
                <a:srgbClr val="434343"/>
              </a:buClr>
            </a:pPr>
            <a:r>
              <a:rPr lang="en-US" b="0" i="0" dirty="0">
                <a:solidFill>
                  <a:srgbClr val="726B72"/>
                </a:solidFill>
                <a:effectLst/>
                <a:latin typeface="DM Sans" pitchFamily="2" charset="0"/>
              </a:rPr>
              <a:t>Encryption is the process of converting information or data into an indecipherable code while in transit or storage. </a:t>
            </a:r>
          </a:p>
          <a:p>
            <a:pPr>
              <a:buClr>
                <a:srgbClr val="434343"/>
              </a:buClr>
            </a:pPr>
            <a:endParaRPr lang="en-US" b="0" i="0" dirty="0">
              <a:solidFill>
                <a:srgbClr val="726B72"/>
              </a:solidFill>
              <a:effectLst/>
              <a:latin typeface="DM Sans" pitchFamily="2" charset="0"/>
            </a:endParaRPr>
          </a:p>
          <a:p>
            <a:pPr>
              <a:buClr>
                <a:srgbClr val="434343"/>
              </a:buClr>
            </a:pPr>
            <a:r>
              <a:rPr lang="en-US" b="0" i="0" dirty="0">
                <a:solidFill>
                  <a:srgbClr val="726B72"/>
                </a:solidFill>
                <a:effectLst/>
                <a:latin typeface="DM Sans" pitchFamily="2" charset="0"/>
              </a:rPr>
              <a:t>This prevents any unauthorized access from malicious third-parties and keeps your personal information under lock and key.</a:t>
            </a:r>
          </a:p>
        </p:txBody>
      </p:sp>
      <p:sp>
        <p:nvSpPr>
          <p:cNvPr id="18" name="Rectangle 17">
            <a:extLst>
              <a:ext uri="{FF2B5EF4-FFF2-40B4-BE49-F238E27FC236}">
                <a16:creationId xmlns:a16="http://schemas.microsoft.com/office/drawing/2014/main" id="{D11EF8C7-808F-6A55-2B8F-1C12A81FA40A}"/>
              </a:ext>
            </a:extLst>
          </p:cNvPr>
          <p:cNvSpPr/>
          <p:nvPr/>
        </p:nvSpPr>
        <p:spPr>
          <a:xfrm>
            <a:off x="1585136" y="1118918"/>
            <a:ext cx="3314917" cy="572700"/>
          </a:xfrm>
          <a:prstGeom prst="rect">
            <a:avLst/>
          </a:prstGeom>
          <a:noFill/>
          <a:ln>
            <a:solidFill>
              <a:schemeClr val="bg1">
                <a:lumMod val="9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D74E171E-661A-966D-E011-35AE24F7D7ED}"/>
              </a:ext>
            </a:extLst>
          </p:cNvPr>
          <p:cNvSpPr/>
          <p:nvPr/>
        </p:nvSpPr>
        <p:spPr>
          <a:xfrm>
            <a:off x="1585136" y="1892944"/>
            <a:ext cx="3314917" cy="2599352"/>
          </a:xfrm>
          <a:prstGeom prst="rect">
            <a:avLst/>
          </a:prstGeom>
          <a:noFill/>
          <a:ln>
            <a:solidFill>
              <a:schemeClr val="bg1">
                <a:lumMod val="9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79899022-4372-A987-2B49-1DC8195F7B61}"/>
              </a:ext>
            </a:extLst>
          </p:cNvPr>
          <p:cNvSpPr/>
          <p:nvPr/>
        </p:nvSpPr>
        <p:spPr>
          <a:xfrm>
            <a:off x="5366561" y="1118918"/>
            <a:ext cx="3314917" cy="572700"/>
          </a:xfrm>
          <a:prstGeom prst="rect">
            <a:avLst/>
          </a:prstGeom>
          <a:noFill/>
          <a:ln>
            <a:solidFill>
              <a:schemeClr val="bg1">
                <a:lumMod val="9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5E3BADE5-E88A-7F0C-A035-8EA1FDAC4EF5}"/>
              </a:ext>
            </a:extLst>
          </p:cNvPr>
          <p:cNvSpPr/>
          <p:nvPr/>
        </p:nvSpPr>
        <p:spPr>
          <a:xfrm>
            <a:off x="5366561" y="1892944"/>
            <a:ext cx="3314917" cy="2599352"/>
          </a:xfrm>
          <a:prstGeom prst="rect">
            <a:avLst/>
          </a:prstGeom>
          <a:noFill/>
          <a:ln>
            <a:solidFill>
              <a:schemeClr val="bg1">
                <a:lumMod val="9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itle 6">
            <a:extLst>
              <a:ext uri="{FF2B5EF4-FFF2-40B4-BE49-F238E27FC236}">
                <a16:creationId xmlns:a16="http://schemas.microsoft.com/office/drawing/2014/main" id="{B7CF518C-3F78-F754-DA69-AE37B7811543}"/>
              </a:ext>
            </a:extLst>
          </p:cNvPr>
          <p:cNvSpPr txBox="1">
            <a:spLocks/>
          </p:cNvSpPr>
          <p:nvPr/>
        </p:nvSpPr>
        <p:spPr>
          <a:xfrm>
            <a:off x="6212069" y="1249353"/>
            <a:ext cx="1623900" cy="409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1800"/>
              <a:buFont typeface="Passion One"/>
              <a:buNone/>
              <a:defRPr sz="1800" b="0" i="0" u="none" strike="noStrike" cap="none">
                <a:solidFill>
                  <a:schemeClr val="dk2"/>
                </a:solidFill>
                <a:latin typeface="Passion One"/>
                <a:ea typeface="Passion One"/>
                <a:cs typeface="Passion One"/>
                <a:sym typeface="Passion One"/>
              </a:defRPr>
            </a:lvl1pPr>
            <a:lvl2pPr marR="0" lvl="1" algn="ctr" rtl="0">
              <a:lnSpc>
                <a:spcPct val="100000"/>
              </a:lnSpc>
              <a:spcBef>
                <a:spcPts val="0"/>
              </a:spcBef>
              <a:spcAft>
                <a:spcPts val="0"/>
              </a:spcAft>
              <a:buClr>
                <a:schemeClr val="dk2"/>
              </a:buClr>
              <a:buSzPts val="4200"/>
              <a:buFont typeface="Permanent Marker"/>
              <a:buNone/>
              <a:defRPr sz="4200" b="0" i="0" u="none" strike="noStrike" cap="none">
                <a:solidFill>
                  <a:schemeClr val="dk2"/>
                </a:solidFill>
                <a:latin typeface="Permanent Marker"/>
                <a:ea typeface="Permanent Marker"/>
                <a:cs typeface="Permanent Marker"/>
                <a:sym typeface="Permanent Marker"/>
              </a:defRPr>
            </a:lvl2pPr>
            <a:lvl3pPr marR="0" lvl="2" algn="ctr" rtl="0">
              <a:lnSpc>
                <a:spcPct val="100000"/>
              </a:lnSpc>
              <a:spcBef>
                <a:spcPts val="0"/>
              </a:spcBef>
              <a:spcAft>
                <a:spcPts val="0"/>
              </a:spcAft>
              <a:buClr>
                <a:schemeClr val="dk2"/>
              </a:buClr>
              <a:buSzPts val="4200"/>
              <a:buFont typeface="Permanent Marker"/>
              <a:buNone/>
              <a:defRPr sz="4200" b="0" i="0" u="none" strike="noStrike" cap="none">
                <a:solidFill>
                  <a:schemeClr val="dk2"/>
                </a:solidFill>
                <a:latin typeface="Permanent Marker"/>
                <a:ea typeface="Permanent Marker"/>
                <a:cs typeface="Permanent Marker"/>
                <a:sym typeface="Permanent Marker"/>
              </a:defRPr>
            </a:lvl3pPr>
            <a:lvl4pPr marR="0" lvl="3" algn="ctr" rtl="0">
              <a:lnSpc>
                <a:spcPct val="100000"/>
              </a:lnSpc>
              <a:spcBef>
                <a:spcPts val="0"/>
              </a:spcBef>
              <a:spcAft>
                <a:spcPts val="0"/>
              </a:spcAft>
              <a:buClr>
                <a:schemeClr val="dk2"/>
              </a:buClr>
              <a:buSzPts val="4200"/>
              <a:buFont typeface="Permanent Marker"/>
              <a:buNone/>
              <a:defRPr sz="4200" b="0" i="0" u="none" strike="noStrike" cap="none">
                <a:solidFill>
                  <a:schemeClr val="dk2"/>
                </a:solidFill>
                <a:latin typeface="Permanent Marker"/>
                <a:ea typeface="Permanent Marker"/>
                <a:cs typeface="Permanent Marker"/>
                <a:sym typeface="Permanent Marker"/>
              </a:defRPr>
            </a:lvl4pPr>
            <a:lvl5pPr marR="0" lvl="4" algn="ctr" rtl="0">
              <a:lnSpc>
                <a:spcPct val="100000"/>
              </a:lnSpc>
              <a:spcBef>
                <a:spcPts val="0"/>
              </a:spcBef>
              <a:spcAft>
                <a:spcPts val="0"/>
              </a:spcAft>
              <a:buClr>
                <a:schemeClr val="dk2"/>
              </a:buClr>
              <a:buSzPts val="4200"/>
              <a:buFont typeface="Permanent Marker"/>
              <a:buNone/>
              <a:defRPr sz="4200" b="0" i="0" u="none" strike="noStrike" cap="none">
                <a:solidFill>
                  <a:schemeClr val="dk2"/>
                </a:solidFill>
                <a:latin typeface="Permanent Marker"/>
                <a:ea typeface="Permanent Marker"/>
                <a:cs typeface="Permanent Marker"/>
                <a:sym typeface="Permanent Marker"/>
              </a:defRPr>
            </a:lvl5pPr>
            <a:lvl6pPr marR="0" lvl="5" algn="ctr" rtl="0">
              <a:lnSpc>
                <a:spcPct val="100000"/>
              </a:lnSpc>
              <a:spcBef>
                <a:spcPts val="0"/>
              </a:spcBef>
              <a:spcAft>
                <a:spcPts val="0"/>
              </a:spcAft>
              <a:buClr>
                <a:schemeClr val="dk2"/>
              </a:buClr>
              <a:buSzPts val="4200"/>
              <a:buFont typeface="Permanent Marker"/>
              <a:buNone/>
              <a:defRPr sz="4200" b="0" i="0" u="none" strike="noStrike" cap="none">
                <a:solidFill>
                  <a:schemeClr val="dk2"/>
                </a:solidFill>
                <a:latin typeface="Permanent Marker"/>
                <a:ea typeface="Permanent Marker"/>
                <a:cs typeface="Permanent Marker"/>
                <a:sym typeface="Permanent Marker"/>
              </a:defRPr>
            </a:lvl6pPr>
            <a:lvl7pPr marR="0" lvl="6" algn="ctr" rtl="0">
              <a:lnSpc>
                <a:spcPct val="100000"/>
              </a:lnSpc>
              <a:spcBef>
                <a:spcPts val="0"/>
              </a:spcBef>
              <a:spcAft>
                <a:spcPts val="0"/>
              </a:spcAft>
              <a:buClr>
                <a:schemeClr val="dk2"/>
              </a:buClr>
              <a:buSzPts val="4200"/>
              <a:buFont typeface="Permanent Marker"/>
              <a:buNone/>
              <a:defRPr sz="4200" b="0" i="0" u="none" strike="noStrike" cap="none">
                <a:solidFill>
                  <a:schemeClr val="dk2"/>
                </a:solidFill>
                <a:latin typeface="Permanent Marker"/>
                <a:ea typeface="Permanent Marker"/>
                <a:cs typeface="Permanent Marker"/>
                <a:sym typeface="Permanent Marker"/>
              </a:defRPr>
            </a:lvl7pPr>
            <a:lvl8pPr marR="0" lvl="7" algn="ctr" rtl="0">
              <a:lnSpc>
                <a:spcPct val="100000"/>
              </a:lnSpc>
              <a:spcBef>
                <a:spcPts val="0"/>
              </a:spcBef>
              <a:spcAft>
                <a:spcPts val="0"/>
              </a:spcAft>
              <a:buClr>
                <a:schemeClr val="dk2"/>
              </a:buClr>
              <a:buSzPts val="4200"/>
              <a:buFont typeface="Permanent Marker"/>
              <a:buNone/>
              <a:defRPr sz="4200" b="0" i="0" u="none" strike="noStrike" cap="none">
                <a:solidFill>
                  <a:schemeClr val="dk2"/>
                </a:solidFill>
                <a:latin typeface="Permanent Marker"/>
                <a:ea typeface="Permanent Marker"/>
                <a:cs typeface="Permanent Marker"/>
                <a:sym typeface="Permanent Marker"/>
              </a:defRPr>
            </a:lvl8pPr>
            <a:lvl9pPr marR="0" lvl="8" algn="ctr" rtl="0">
              <a:lnSpc>
                <a:spcPct val="100000"/>
              </a:lnSpc>
              <a:spcBef>
                <a:spcPts val="0"/>
              </a:spcBef>
              <a:spcAft>
                <a:spcPts val="0"/>
              </a:spcAft>
              <a:buClr>
                <a:schemeClr val="dk2"/>
              </a:buClr>
              <a:buSzPts val="4200"/>
              <a:buFont typeface="Permanent Marker"/>
              <a:buNone/>
              <a:defRPr sz="4200" b="0" i="0" u="none" strike="noStrike" cap="none">
                <a:solidFill>
                  <a:schemeClr val="dk2"/>
                </a:solidFill>
                <a:latin typeface="Permanent Marker"/>
                <a:ea typeface="Permanent Marker"/>
                <a:cs typeface="Permanent Marker"/>
                <a:sym typeface="Permanent Marker"/>
              </a:defRPr>
            </a:lvl9pPr>
          </a:lstStyle>
          <a:p>
            <a:r>
              <a:rPr lang="en-US" sz="2400" dirty="0">
                <a:solidFill>
                  <a:srgbClr val="595959"/>
                </a:solidFill>
              </a:rPr>
              <a:t>METHOD</a:t>
            </a:r>
            <a:endParaRPr lang="en-IN" sz="2400" dirty="0">
              <a:solidFill>
                <a:srgbClr val="595959"/>
              </a:solidFill>
            </a:endParaRPr>
          </a:p>
        </p:txBody>
      </p:sp>
      <p:sp>
        <p:nvSpPr>
          <p:cNvPr id="29" name="TextBox 28">
            <a:extLst>
              <a:ext uri="{FF2B5EF4-FFF2-40B4-BE49-F238E27FC236}">
                <a16:creationId xmlns:a16="http://schemas.microsoft.com/office/drawing/2014/main" id="{E34E4872-ADFF-B9DF-D6DD-D9911C38B538}"/>
              </a:ext>
            </a:extLst>
          </p:cNvPr>
          <p:cNvSpPr txBox="1"/>
          <p:nvPr/>
        </p:nvSpPr>
        <p:spPr>
          <a:xfrm>
            <a:off x="5655321" y="2163658"/>
            <a:ext cx="2865979" cy="2031325"/>
          </a:xfrm>
          <a:prstGeom prst="rect">
            <a:avLst/>
          </a:prstGeom>
          <a:noFill/>
        </p:spPr>
        <p:txBody>
          <a:bodyPr wrap="square">
            <a:spAutoFit/>
          </a:bodyPr>
          <a:lstStyle/>
          <a:p>
            <a:pPr>
              <a:buClr>
                <a:srgbClr val="434343"/>
              </a:buClr>
            </a:pPr>
            <a:r>
              <a:rPr lang="en-US" b="1" i="0" dirty="0">
                <a:solidFill>
                  <a:srgbClr val="726B72"/>
                </a:solidFill>
                <a:effectLst/>
                <a:latin typeface="DM Sans" pitchFamily="2" charset="0"/>
              </a:rPr>
              <a:t>Symmetric key Encryption:</a:t>
            </a:r>
            <a:br>
              <a:rPr lang="en-US" b="1" i="0" dirty="0">
                <a:solidFill>
                  <a:srgbClr val="726B72"/>
                </a:solidFill>
                <a:effectLst/>
                <a:latin typeface="DM Sans" pitchFamily="2" charset="0"/>
              </a:rPr>
            </a:br>
            <a:r>
              <a:rPr lang="en-US" b="0" i="0" dirty="0">
                <a:solidFill>
                  <a:srgbClr val="726B72"/>
                </a:solidFill>
                <a:effectLst/>
                <a:latin typeface="DM Sans" pitchFamily="2" charset="0"/>
              </a:rPr>
              <a:t>Requires only single key for both Encryption &amp; Decryption.</a:t>
            </a:r>
          </a:p>
          <a:p>
            <a:pPr>
              <a:buClr>
                <a:srgbClr val="434343"/>
              </a:buClr>
            </a:pPr>
            <a:endParaRPr lang="en-US" b="0" i="0" dirty="0">
              <a:solidFill>
                <a:srgbClr val="726B72"/>
              </a:solidFill>
              <a:effectLst/>
              <a:latin typeface="DM Sans" pitchFamily="2" charset="0"/>
            </a:endParaRPr>
          </a:p>
          <a:p>
            <a:pPr>
              <a:buClr>
                <a:srgbClr val="434343"/>
              </a:buClr>
            </a:pPr>
            <a:r>
              <a:rPr lang="en-US" b="1" i="0" dirty="0">
                <a:solidFill>
                  <a:srgbClr val="726B72"/>
                </a:solidFill>
                <a:effectLst/>
                <a:latin typeface="DM Sans" pitchFamily="2" charset="0"/>
              </a:rPr>
              <a:t>Asymmetric key Encryption:</a:t>
            </a:r>
            <a:br>
              <a:rPr lang="en-US" b="1" i="0" dirty="0">
                <a:solidFill>
                  <a:srgbClr val="726B72"/>
                </a:solidFill>
                <a:effectLst/>
                <a:latin typeface="DM Sans" pitchFamily="2" charset="0"/>
              </a:rPr>
            </a:br>
            <a:r>
              <a:rPr lang="en-US" b="0" i="0" dirty="0">
                <a:solidFill>
                  <a:srgbClr val="726B72"/>
                </a:solidFill>
                <a:effectLst/>
                <a:latin typeface="DM Sans" pitchFamily="2" charset="0"/>
              </a:rPr>
              <a:t>It requires two keys, a public key and a private key, one to encrypt and the other one to decrypt.</a:t>
            </a:r>
          </a:p>
        </p:txBody>
      </p:sp>
    </p:spTree>
    <p:extLst>
      <p:ext uri="{BB962C8B-B14F-4D97-AF65-F5344CB8AC3E}">
        <p14:creationId xmlns:p14="http://schemas.microsoft.com/office/powerpoint/2010/main" val="895375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1"/>
          <p:cNvSpPr txBox="1">
            <a:spLocks noGrp="1"/>
          </p:cNvSpPr>
          <p:nvPr>
            <p:ph type="title"/>
          </p:nvPr>
        </p:nvSpPr>
        <p:spPr>
          <a:xfrm>
            <a:off x="897622" y="216746"/>
            <a:ext cx="3981414"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IN" sz="3600" dirty="0"/>
              <a:t>TOOLS &amp; LANGUAGES</a:t>
            </a:r>
          </a:p>
        </p:txBody>
      </p:sp>
      <p:grpSp>
        <p:nvGrpSpPr>
          <p:cNvPr id="28" name="Group 27">
            <a:extLst>
              <a:ext uri="{FF2B5EF4-FFF2-40B4-BE49-F238E27FC236}">
                <a16:creationId xmlns:a16="http://schemas.microsoft.com/office/drawing/2014/main" id="{A9D70346-6477-CBDB-4094-A5B7C65890A7}"/>
              </a:ext>
            </a:extLst>
          </p:cNvPr>
          <p:cNvGrpSpPr/>
          <p:nvPr/>
        </p:nvGrpSpPr>
        <p:grpSpPr>
          <a:xfrm>
            <a:off x="1969511" y="819218"/>
            <a:ext cx="6781581" cy="4077757"/>
            <a:chOff x="1969511" y="819218"/>
            <a:chExt cx="6781581" cy="4077757"/>
          </a:xfrm>
        </p:grpSpPr>
        <p:sp>
          <p:nvSpPr>
            <p:cNvPr id="29" name="Freeform: Shape 28">
              <a:extLst>
                <a:ext uri="{FF2B5EF4-FFF2-40B4-BE49-F238E27FC236}">
                  <a16:creationId xmlns:a16="http://schemas.microsoft.com/office/drawing/2014/main" id="{2D767303-7092-CB5F-4F7A-5D427D848C22}"/>
                </a:ext>
              </a:extLst>
            </p:cNvPr>
            <p:cNvSpPr/>
            <p:nvPr/>
          </p:nvSpPr>
          <p:spPr>
            <a:xfrm rot="16200000">
              <a:off x="654853" y="3001717"/>
              <a:ext cx="3267072" cy="523443"/>
            </a:xfrm>
            <a:custGeom>
              <a:avLst/>
              <a:gdLst>
                <a:gd name="connsiteX0" fmla="*/ 0 w 3267072"/>
                <a:gd name="connsiteY0" fmla="*/ 0 h 523443"/>
                <a:gd name="connsiteX1" fmla="*/ 3267072 w 3267072"/>
                <a:gd name="connsiteY1" fmla="*/ 0 h 523443"/>
                <a:gd name="connsiteX2" fmla="*/ 3267072 w 3267072"/>
                <a:gd name="connsiteY2" fmla="*/ 523443 h 523443"/>
                <a:gd name="connsiteX3" fmla="*/ 0 w 3267072"/>
                <a:gd name="connsiteY3" fmla="*/ 523443 h 523443"/>
                <a:gd name="connsiteX4" fmla="*/ 0 w 3267072"/>
                <a:gd name="connsiteY4" fmla="*/ 0 h 523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7072" h="523443">
                  <a:moveTo>
                    <a:pt x="0" y="0"/>
                  </a:moveTo>
                  <a:lnTo>
                    <a:pt x="3267072" y="0"/>
                  </a:lnTo>
                  <a:lnTo>
                    <a:pt x="3267072" y="523443"/>
                  </a:lnTo>
                  <a:lnTo>
                    <a:pt x="0" y="52344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1" rIns="461649" bIns="0" numCol="1" spcCol="1270" anchor="t" anchorCtr="0">
              <a:noAutofit/>
            </a:bodyPr>
            <a:lstStyle/>
            <a:p>
              <a:pPr marL="0" lvl="0" indent="0" algn="r" defTabSz="1066800">
                <a:lnSpc>
                  <a:spcPct val="90000"/>
                </a:lnSpc>
                <a:spcBef>
                  <a:spcPct val="0"/>
                </a:spcBef>
                <a:spcAft>
                  <a:spcPct val="35000"/>
                </a:spcAft>
                <a:buNone/>
              </a:pPr>
              <a:r>
                <a:rPr lang="en-GB" sz="2400" kern="1200" dirty="0">
                  <a:solidFill>
                    <a:srgbClr val="595959"/>
                  </a:solidFill>
                  <a:latin typeface="Century Gothic" panose="020B0502020202020204" pitchFamily="34" charset="0"/>
                </a:rPr>
                <a:t>Tools and Services</a:t>
              </a:r>
            </a:p>
          </p:txBody>
        </p:sp>
        <p:sp>
          <p:nvSpPr>
            <p:cNvPr id="30" name="Freeform: Shape 29">
              <a:extLst>
                <a:ext uri="{FF2B5EF4-FFF2-40B4-BE49-F238E27FC236}">
                  <a16:creationId xmlns:a16="http://schemas.microsoft.com/office/drawing/2014/main" id="{FEDA7CDF-BD15-609D-B7F6-B7A691F748C3}"/>
                </a:ext>
              </a:extLst>
            </p:cNvPr>
            <p:cNvSpPr/>
            <p:nvPr/>
          </p:nvSpPr>
          <p:spPr>
            <a:xfrm>
              <a:off x="2561772" y="1418261"/>
              <a:ext cx="2607306" cy="3267072"/>
            </a:xfrm>
            <a:custGeom>
              <a:avLst/>
              <a:gdLst>
                <a:gd name="connsiteX0" fmla="*/ 0 w 2607306"/>
                <a:gd name="connsiteY0" fmla="*/ 0 h 3267072"/>
                <a:gd name="connsiteX1" fmla="*/ 2607306 w 2607306"/>
                <a:gd name="connsiteY1" fmla="*/ 0 h 3267072"/>
                <a:gd name="connsiteX2" fmla="*/ 2607306 w 2607306"/>
                <a:gd name="connsiteY2" fmla="*/ 3267072 h 3267072"/>
                <a:gd name="connsiteX3" fmla="*/ 0 w 2607306"/>
                <a:gd name="connsiteY3" fmla="*/ 3267072 h 3267072"/>
                <a:gd name="connsiteX4" fmla="*/ 0 w 2607306"/>
                <a:gd name="connsiteY4" fmla="*/ 0 h 326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7306" h="3267072">
                  <a:moveTo>
                    <a:pt x="0" y="0"/>
                  </a:moveTo>
                  <a:lnTo>
                    <a:pt x="2607306" y="0"/>
                  </a:lnTo>
                  <a:lnTo>
                    <a:pt x="2607306" y="3267072"/>
                  </a:lnTo>
                  <a:lnTo>
                    <a:pt x="0" y="3267072"/>
                  </a:lnTo>
                  <a:lnTo>
                    <a:pt x="0" y="0"/>
                  </a:lnTo>
                  <a:close/>
                </a:path>
              </a:pathLst>
            </a:custGeom>
            <a:solidFill>
              <a:schemeClr val="accent1">
                <a:lumMod val="60000"/>
                <a:lumOff val="40000"/>
              </a:schemeClr>
            </a:solidFill>
          </p:spPr>
          <p:style>
            <a:lnRef idx="2">
              <a:schemeClr val="lt1">
                <a:hueOff val="0"/>
                <a:satOff val="0"/>
                <a:lumOff val="0"/>
                <a:alphaOff val="0"/>
              </a:schemeClr>
            </a:lnRef>
            <a:fillRef idx="1">
              <a:scrgbClr r="0" g="0" b="0"/>
            </a:fillRef>
            <a:effectRef idx="0">
              <a:schemeClr val="accent5">
                <a:hueOff val="0"/>
                <a:satOff val="0"/>
                <a:lumOff val="0"/>
                <a:alphaOff val="0"/>
              </a:schemeClr>
            </a:effectRef>
            <a:fontRef idx="minor">
              <a:schemeClr val="lt1"/>
            </a:fontRef>
          </p:style>
          <p:txBody>
            <a:bodyPr spcFirstLastPara="0" vert="horz" wrap="square" lIns="113792" tIns="461649" rIns="113792"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solidFill>
                    <a:schemeClr val="tx1"/>
                  </a:solidFill>
                  <a:latin typeface="Century Gothic" panose="020B0502020202020204" pitchFamily="34" charset="0"/>
                </a:rPr>
                <a:t>Android Studio</a:t>
              </a:r>
            </a:p>
            <a:p>
              <a:pPr marL="171450" lvl="1" indent="-171450" algn="l" defTabSz="711200">
                <a:lnSpc>
                  <a:spcPct val="90000"/>
                </a:lnSpc>
                <a:spcBef>
                  <a:spcPct val="0"/>
                </a:spcBef>
                <a:spcAft>
                  <a:spcPct val="15000"/>
                </a:spcAft>
                <a:buChar char="•"/>
              </a:pPr>
              <a:r>
                <a:rPr lang="en-GB" sz="1600" kern="1200" dirty="0">
                  <a:solidFill>
                    <a:schemeClr val="tx1"/>
                  </a:solidFill>
                  <a:latin typeface="Century Gothic" panose="020B0502020202020204" pitchFamily="34" charset="0"/>
                </a:rPr>
                <a:t>Realtime database</a:t>
              </a:r>
            </a:p>
            <a:p>
              <a:pPr marL="171450" lvl="1" indent="-171450" algn="l" defTabSz="711200">
                <a:lnSpc>
                  <a:spcPct val="90000"/>
                </a:lnSpc>
                <a:spcBef>
                  <a:spcPct val="0"/>
                </a:spcBef>
                <a:spcAft>
                  <a:spcPct val="15000"/>
                </a:spcAft>
                <a:buChar char="•"/>
              </a:pPr>
              <a:r>
                <a:rPr lang="en-GB" sz="1600" kern="1200" dirty="0">
                  <a:solidFill>
                    <a:schemeClr val="tx1"/>
                  </a:solidFill>
                  <a:latin typeface="Century Gothic" panose="020B0502020202020204" pitchFamily="34" charset="0"/>
                </a:rPr>
                <a:t>Cloud database</a:t>
              </a:r>
            </a:p>
          </p:txBody>
        </p:sp>
        <p:sp>
          <p:nvSpPr>
            <p:cNvPr id="31" name="Rectangle 30">
              <a:extLst>
                <a:ext uri="{FF2B5EF4-FFF2-40B4-BE49-F238E27FC236}">
                  <a16:creationId xmlns:a16="http://schemas.microsoft.com/office/drawing/2014/main" id="{308C5E04-BAF6-1658-9193-D4A3A8DCC8BC}"/>
                </a:ext>
              </a:extLst>
            </p:cNvPr>
            <p:cNvSpPr/>
            <p:nvPr/>
          </p:nvSpPr>
          <p:spPr>
            <a:xfrm>
              <a:off x="1969511" y="819218"/>
              <a:ext cx="1046887" cy="1046887"/>
            </a:xfrm>
            <a:prstGeom prst="rect">
              <a:avLst/>
            </a:prstGeom>
            <a:blipFill dpi="0" rotWithShape="1">
              <a:blip r:embed="rId3"/>
              <a:srcRect/>
              <a:stretch>
                <a:fillRect/>
              </a:stretch>
            </a:blipFill>
            <a:ln>
              <a:noFill/>
            </a:ln>
          </p:spPr>
          <p:style>
            <a:lnRef idx="2">
              <a:scrgbClr r="0" g="0" b="0"/>
            </a:lnRef>
            <a:fillRef idx="1">
              <a:scrgbClr r="0" g="0" b="0"/>
            </a:fillRef>
            <a:effectRef idx="0">
              <a:schemeClr val="accent5">
                <a:tint val="50000"/>
                <a:hueOff val="0"/>
                <a:satOff val="0"/>
                <a:lumOff val="0"/>
                <a:alphaOff val="0"/>
              </a:schemeClr>
            </a:effectRef>
            <a:fontRef idx="minor">
              <a:schemeClr val="lt1">
                <a:hueOff val="0"/>
                <a:satOff val="0"/>
                <a:lumOff val="0"/>
                <a:alphaOff val="0"/>
              </a:schemeClr>
            </a:fontRef>
          </p:style>
          <p:txBody>
            <a:bodyPr/>
            <a:lstStyle/>
            <a:p>
              <a:endParaRPr lang="en-IN" dirty="0"/>
            </a:p>
          </p:txBody>
        </p:sp>
        <p:sp>
          <p:nvSpPr>
            <p:cNvPr id="32" name="Freeform: Shape 31">
              <a:extLst>
                <a:ext uri="{FF2B5EF4-FFF2-40B4-BE49-F238E27FC236}">
                  <a16:creationId xmlns:a16="http://schemas.microsoft.com/office/drawing/2014/main" id="{ED39E160-ACEA-D335-E301-38C7F0625223}"/>
                </a:ext>
              </a:extLst>
            </p:cNvPr>
            <p:cNvSpPr/>
            <p:nvPr/>
          </p:nvSpPr>
          <p:spPr>
            <a:xfrm rot="16200000">
              <a:off x="4022897" y="2908514"/>
              <a:ext cx="3267072" cy="523443"/>
            </a:xfrm>
            <a:custGeom>
              <a:avLst/>
              <a:gdLst>
                <a:gd name="connsiteX0" fmla="*/ 0 w 3267072"/>
                <a:gd name="connsiteY0" fmla="*/ 0 h 523443"/>
                <a:gd name="connsiteX1" fmla="*/ 3267072 w 3267072"/>
                <a:gd name="connsiteY1" fmla="*/ 0 h 523443"/>
                <a:gd name="connsiteX2" fmla="*/ 3267072 w 3267072"/>
                <a:gd name="connsiteY2" fmla="*/ 523443 h 523443"/>
                <a:gd name="connsiteX3" fmla="*/ 0 w 3267072"/>
                <a:gd name="connsiteY3" fmla="*/ 523443 h 523443"/>
                <a:gd name="connsiteX4" fmla="*/ 0 w 3267072"/>
                <a:gd name="connsiteY4" fmla="*/ 0 h 523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7072" h="523443">
                  <a:moveTo>
                    <a:pt x="0" y="0"/>
                  </a:moveTo>
                  <a:lnTo>
                    <a:pt x="3267072" y="0"/>
                  </a:lnTo>
                  <a:lnTo>
                    <a:pt x="3267072" y="523443"/>
                  </a:lnTo>
                  <a:lnTo>
                    <a:pt x="0" y="52344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1" rIns="461649" bIns="0" numCol="1" spcCol="1270" anchor="t" anchorCtr="0">
              <a:noAutofit/>
            </a:bodyPr>
            <a:lstStyle/>
            <a:p>
              <a:pPr marL="0" lvl="0" indent="0" algn="r" defTabSz="1066800">
                <a:lnSpc>
                  <a:spcPct val="90000"/>
                </a:lnSpc>
                <a:spcBef>
                  <a:spcPct val="0"/>
                </a:spcBef>
                <a:spcAft>
                  <a:spcPct val="35000"/>
                </a:spcAft>
                <a:buNone/>
              </a:pPr>
              <a:r>
                <a:rPr lang="en-GB" sz="2400" kern="1200" dirty="0">
                  <a:solidFill>
                    <a:srgbClr val="434343"/>
                  </a:solidFill>
                  <a:latin typeface="Century Gothic" panose="020B0502020202020204" pitchFamily="34" charset="0"/>
                </a:rPr>
                <a:t>Languages &amp; Dependencies</a:t>
              </a:r>
            </a:p>
          </p:txBody>
        </p:sp>
        <p:sp>
          <p:nvSpPr>
            <p:cNvPr id="33" name="Freeform: Shape 32">
              <a:extLst>
                <a:ext uri="{FF2B5EF4-FFF2-40B4-BE49-F238E27FC236}">
                  <a16:creationId xmlns:a16="http://schemas.microsoft.com/office/drawing/2014/main" id="{E03071EB-5730-A241-0874-376894FAA8B0}"/>
                </a:ext>
              </a:extLst>
            </p:cNvPr>
            <p:cNvSpPr/>
            <p:nvPr/>
          </p:nvSpPr>
          <p:spPr>
            <a:xfrm>
              <a:off x="6143786" y="1405487"/>
              <a:ext cx="2607306" cy="3267072"/>
            </a:xfrm>
            <a:custGeom>
              <a:avLst/>
              <a:gdLst>
                <a:gd name="connsiteX0" fmla="*/ 0 w 2607306"/>
                <a:gd name="connsiteY0" fmla="*/ 0 h 3267072"/>
                <a:gd name="connsiteX1" fmla="*/ 2607306 w 2607306"/>
                <a:gd name="connsiteY1" fmla="*/ 0 h 3267072"/>
                <a:gd name="connsiteX2" fmla="*/ 2607306 w 2607306"/>
                <a:gd name="connsiteY2" fmla="*/ 3267072 h 3267072"/>
                <a:gd name="connsiteX3" fmla="*/ 0 w 2607306"/>
                <a:gd name="connsiteY3" fmla="*/ 3267072 h 3267072"/>
                <a:gd name="connsiteX4" fmla="*/ 0 w 2607306"/>
                <a:gd name="connsiteY4" fmla="*/ 0 h 326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7306" h="3267072">
                  <a:moveTo>
                    <a:pt x="0" y="0"/>
                  </a:moveTo>
                  <a:lnTo>
                    <a:pt x="2607306" y="0"/>
                  </a:lnTo>
                  <a:lnTo>
                    <a:pt x="2607306" y="3267072"/>
                  </a:lnTo>
                  <a:lnTo>
                    <a:pt x="0" y="3267072"/>
                  </a:lnTo>
                  <a:lnTo>
                    <a:pt x="0" y="0"/>
                  </a:lnTo>
                  <a:close/>
                </a:path>
              </a:pathLst>
            </a:custGeom>
            <a:solidFill>
              <a:schemeClr val="accent1">
                <a:lumMod val="40000"/>
                <a:lumOff val="60000"/>
              </a:schemeClr>
            </a:solidFill>
          </p:spPr>
          <p:style>
            <a:lnRef idx="2">
              <a:schemeClr val="lt1">
                <a:hueOff val="0"/>
                <a:satOff val="0"/>
                <a:lumOff val="0"/>
                <a:alphaOff val="0"/>
              </a:schemeClr>
            </a:lnRef>
            <a:fillRef idx="1">
              <a:scrgbClr r="0" g="0" b="0"/>
            </a:fillRef>
            <a:effectRef idx="0">
              <a:schemeClr val="accent5">
                <a:hueOff val="-886530"/>
                <a:satOff val="-11428"/>
                <a:lumOff val="9412"/>
                <a:alphaOff val="0"/>
              </a:schemeClr>
            </a:effectRef>
            <a:fontRef idx="minor">
              <a:schemeClr val="lt1"/>
            </a:fontRef>
          </p:style>
          <p:txBody>
            <a:bodyPr spcFirstLastPara="0" vert="horz" wrap="square" lIns="113792" tIns="461649" rIns="113792" bIns="113792" numCol="1" spcCol="1270" anchor="t" anchorCtr="0">
              <a:noAutofit/>
            </a:bodyPr>
            <a:lstStyle/>
            <a:p>
              <a:pPr marL="171450" lvl="1" indent="-171450" algn="l" defTabSz="711200">
                <a:lnSpc>
                  <a:spcPct val="90000"/>
                </a:lnSpc>
                <a:spcBef>
                  <a:spcPct val="0"/>
                </a:spcBef>
                <a:spcAft>
                  <a:spcPct val="15000"/>
                </a:spcAft>
                <a:buChar char="•"/>
              </a:pPr>
              <a:r>
                <a:rPr lang="en-GB" sz="1600" kern="1200" dirty="0">
                  <a:solidFill>
                    <a:schemeClr val="tx1"/>
                  </a:solidFill>
                  <a:latin typeface="Century Gothic" panose="020B0502020202020204" pitchFamily="34" charset="0"/>
                </a:rPr>
                <a:t>Java</a:t>
              </a:r>
            </a:p>
            <a:p>
              <a:pPr marL="171450" lvl="1" indent="-171450" algn="l" defTabSz="711200">
                <a:lnSpc>
                  <a:spcPct val="90000"/>
                </a:lnSpc>
                <a:spcBef>
                  <a:spcPct val="0"/>
                </a:spcBef>
                <a:spcAft>
                  <a:spcPct val="15000"/>
                </a:spcAft>
                <a:buChar char="•"/>
              </a:pPr>
              <a:r>
                <a:rPr lang="en-GB" sz="1600" kern="1200" dirty="0">
                  <a:solidFill>
                    <a:schemeClr val="tx1"/>
                  </a:solidFill>
                  <a:latin typeface="Century Gothic" panose="020B0502020202020204" pitchFamily="34" charset="0"/>
                </a:rPr>
                <a:t>XML</a:t>
              </a:r>
            </a:p>
            <a:p>
              <a:pPr marL="171450" lvl="1" indent="-171450" algn="l" defTabSz="711200">
                <a:lnSpc>
                  <a:spcPct val="90000"/>
                </a:lnSpc>
                <a:spcBef>
                  <a:spcPct val="0"/>
                </a:spcBef>
                <a:spcAft>
                  <a:spcPct val="15000"/>
                </a:spcAft>
                <a:buChar char="•"/>
              </a:pPr>
              <a:r>
                <a:rPr lang="en-GB" sz="1600" kern="1200" dirty="0">
                  <a:solidFill>
                    <a:schemeClr val="tx1"/>
                  </a:solidFill>
                  <a:latin typeface="Century Gothic" panose="020B0502020202020204" pitchFamily="34" charset="0"/>
                </a:rPr>
                <a:t>Dexter</a:t>
              </a:r>
            </a:p>
            <a:p>
              <a:pPr marL="171450" lvl="1" indent="-171450" algn="l" defTabSz="711200">
                <a:lnSpc>
                  <a:spcPct val="90000"/>
                </a:lnSpc>
                <a:spcBef>
                  <a:spcPct val="0"/>
                </a:spcBef>
                <a:spcAft>
                  <a:spcPct val="15000"/>
                </a:spcAft>
                <a:buChar char="•"/>
              </a:pPr>
              <a:r>
                <a:rPr lang="en-GB" sz="1600" kern="1200" dirty="0">
                  <a:solidFill>
                    <a:schemeClr val="tx1"/>
                  </a:solidFill>
                  <a:latin typeface="Century Gothic" panose="020B0502020202020204" pitchFamily="34" charset="0"/>
                </a:rPr>
                <a:t>Glide</a:t>
              </a:r>
            </a:p>
            <a:p>
              <a:pPr marL="171450" lvl="1" indent="-171450" algn="l" defTabSz="711200">
                <a:lnSpc>
                  <a:spcPct val="90000"/>
                </a:lnSpc>
                <a:spcBef>
                  <a:spcPct val="0"/>
                </a:spcBef>
                <a:spcAft>
                  <a:spcPct val="15000"/>
                </a:spcAft>
                <a:buChar char="•"/>
              </a:pPr>
              <a:r>
                <a:rPr lang="en-GB" sz="1600" kern="1200" dirty="0">
                  <a:solidFill>
                    <a:schemeClr val="tx1"/>
                  </a:solidFill>
                  <a:latin typeface="Century Gothic" panose="020B0502020202020204" pitchFamily="34" charset="0"/>
                </a:rPr>
                <a:t>Lottie</a:t>
              </a:r>
            </a:p>
            <a:p>
              <a:pPr lvl="1" algn="l" defTabSz="711200">
                <a:lnSpc>
                  <a:spcPct val="90000"/>
                </a:lnSpc>
                <a:spcBef>
                  <a:spcPct val="0"/>
                </a:spcBef>
                <a:spcAft>
                  <a:spcPct val="15000"/>
                </a:spcAft>
              </a:pPr>
              <a:endParaRPr lang="en-GB" sz="1600" kern="1200" dirty="0">
                <a:solidFill>
                  <a:schemeClr val="tx1"/>
                </a:solidFill>
                <a:latin typeface="Century Gothic" panose="020B0502020202020204" pitchFamily="34" charset="0"/>
              </a:endParaRPr>
            </a:p>
          </p:txBody>
        </p:sp>
        <p:sp>
          <p:nvSpPr>
            <p:cNvPr id="34" name="Rectangle 33">
              <a:extLst>
                <a:ext uri="{FF2B5EF4-FFF2-40B4-BE49-F238E27FC236}">
                  <a16:creationId xmlns:a16="http://schemas.microsoft.com/office/drawing/2014/main" id="{3E258B86-BCF8-E77D-7A39-26828832173F}"/>
                </a:ext>
              </a:extLst>
            </p:cNvPr>
            <p:cNvSpPr/>
            <p:nvPr/>
          </p:nvSpPr>
          <p:spPr>
            <a:xfrm>
              <a:off x="5604901" y="926378"/>
              <a:ext cx="1046887" cy="1046887"/>
            </a:xfrm>
            <a:prstGeom prst="rect">
              <a:avLst/>
            </a:prstGeom>
            <a:blipFill>
              <a:blip r:embed="rId4"/>
              <a:stretch>
                <a:fillRect/>
              </a:stretch>
            </a:blipFill>
            <a:ln>
              <a:noFill/>
            </a:ln>
          </p:spPr>
          <p:style>
            <a:lnRef idx="2">
              <a:scrgbClr r="0" g="0" b="0"/>
            </a:lnRef>
            <a:fillRef idx="1">
              <a:scrgbClr r="0" g="0" b="0"/>
            </a:fillRef>
            <a:effectRef idx="0">
              <a:schemeClr val="accent5">
                <a:tint val="50000"/>
                <a:hueOff val="-809665"/>
                <a:satOff val="-13272"/>
                <a:lumOff val="2329"/>
                <a:alphaOff val="0"/>
              </a:schemeClr>
            </a:effectRef>
            <a:fontRef idx="minor">
              <a:schemeClr val="lt1">
                <a:hueOff val="0"/>
                <a:satOff val="0"/>
                <a:lumOff val="0"/>
                <a:alphaOff val="0"/>
              </a:schemeClr>
            </a:fontRef>
          </p:style>
          <p:txBody>
            <a:bodyPr/>
            <a:lstStyle/>
            <a:p>
              <a:endParaRPr lang="en-IN" dirty="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0"/>
          <p:cNvSpPr txBox="1">
            <a:spLocks noGrp="1"/>
          </p:cNvSpPr>
          <p:nvPr>
            <p:ph type="title"/>
          </p:nvPr>
        </p:nvSpPr>
        <p:spPr>
          <a:xfrm>
            <a:off x="1246072" y="277824"/>
            <a:ext cx="3154478" cy="650302"/>
          </a:xfrm>
          <a:prstGeom prst="rect">
            <a:avLst/>
          </a:prstGeom>
          <a:solidFill>
            <a:schemeClr val="bg1"/>
          </a:solidFill>
        </p:spPr>
        <p:txBody>
          <a:bodyPr spcFirstLastPara="1" wrap="square" lIns="91425" tIns="91425" rIns="91425" bIns="91425" anchor="b" anchorCtr="0">
            <a:noAutofit/>
          </a:bodyPr>
          <a:lstStyle/>
          <a:p>
            <a:pPr marL="0" lvl="0" indent="0" algn="r" rtl="0">
              <a:spcBef>
                <a:spcPts val="0"/>
              </a:spcBef>
              <a:spcAft>
                <a:spcPts val="0"/>
              </a:spcAft>
              <a:buNone/>
            </a:pPr>
            <a:r>
              <a:rPr lang="en" sz="3600" dirty="0"/>
              <a:t>IMPLEMENTATION  </a:t>
            </a:r>
            <a:endParaRPr sz="3600" dirty="0"/>
          </a:p>
        </p:txBody>
      </p:sp>
      <p:sp>
        <p:nvSpPr>
          <p:cNvPr id="347" name="Google Shape;347;p40"/>
          <p:cNvSpPr txBox="1">
            <a:spLocks noGrp="1"/>
          </p:cNvSpPr>
          <p:nvPr>
            <p:ph type="title" idx="2"/>
          </p:nvPr>
        </p:nvSpPr>
        <p:spPr>
          <a:xfrm>
            <a:off x="1331027" y="2366850"/>
            <a:ext cx="2218491" cy="40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latin typeface="Passion One" panose="020B0604020202020204" charset="0"/>
              </a:rPr>
              <a:t>Authentication using Firebase</a:t>
            </a:r>
          </a:p>
        </p:txBody>
      </p:sp>
      <p:sp>
        <p:nvSpPr>
          <p:cNvPr id="349" name="Google Shape;349;p40"/>
          <p:cNvSpPr txBox="1">
            <a:spLocks noGrp="1"/>
          </p:cNvSpPr>
          <p:nvPr>
            <p:ph type="title" idx="3"/>
          </p:nvPr>
        </p:nvSpPr>
        <p:spPr>
          <a:xfrm>
            <a:off x="6590580" y="2083816"/>
            <a:ext cx="2371579" cy="74312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Fragments to display Chats and Users.</a:t>
            </a:r>
          </a:p>
        </p:txBody>
      </p:sp>
      <p:sp>
        <p:nvSpPr>
          <p:cNvPr id="353" name="Google Shape;353;p40"/>
          <p:cNvSpPr txBox="1">
            <a:spLocks noGrp="1"/>
          </p:cNvSpPr>
          <p:nvPr>
            <p:ph type="title" idx="7"/>
          </p:nvPr>
        </p:nvSpPr>
        <p:spPr>
          <a:xfrm>
            <a:off x="5669410" y="4338305"/>
            <a:ext cx="2106959" cy="40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dirty="0"/>
              <a:t>Auto Login/ Logout Using Firebase.</a:t>
            </a:r>
          </a:p>
        </p:txBody>
      </p:sp>
      <p:sp>
        <p:nvSpPr>
          <p:cNvPr id="357" name="Google Shape;357;p40"/>
          <p:cNvSpPr txBox="1">
            <a:spLocks noGrp="1"/>
          </p:cNvSpPr>
          <p:nvPr>
            <p:ph type="title" idx="14"/>
          </p:nvPr>
        </p:nvSpPr>
        <p:spPr>
          <a:xfrm>
            <a:off x="2387522" y="4338305"/>
            <a:ext cx="2463081" cy="40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Cryptography Algorithms such as AES</a:t>
            </a:r>
            <a:endParaRPr lang="en-IN" dirty="0"/>
          </a:p>
        </p:txBody>
      </p:sp>
      <p:sp>
        <p:nvSpPr>
          <p:cNvPr id="81" name="Google Shape;351;p40">
            <a:extLst>
              <a:ext uri="{FF2B5EF4-FFF2-40B4-BE49-F238E27FC236}">
                <a16:creationId xmlns:a16="http://schemas.microsoft.com/office/drawing/2014/main" id="{FD3600D3-4EB2-4E4E-A022-9CEC40BC7EB1}"/>
              </a:ext>
            </a:extLst>
          </p:cNvPr>
          <p:cNvSpPr txBox="1">
            <a:spLocks/>
          </p:cNvSpPr>
          <p:nvPr/>
        </p:nvSpPr>
        <p:spPr>
          <a:xfrm>
            <a:off x="3947618" y="2093917"/>
            <a:ext cx="2281132" cy="95566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1800"/>
              <a:buFont typeface="Passion One"/>
              <a:buNone/>
              <a:defRPr sz="1800" b="0" i="0" u="none" strike="noStrike" cap="none">
                <a:solidFill>
                  <a:schemeClr val="dk2"/>
                </a:solidFill>
                <a:latin typeface="Passion One"/>
                <a:ea typeface="Passion One"/>
                <a:cs typeface="Passion One"/>
                <a:sym typeface="Passion One"/>
              </a:defRPr>
            </a:lvl1pPr>
            <a:lvl2pPr marR="0" lvl="1" algn="ctr" rtl="0">
              <a:lnSpc>
                <a:spcPct val="100000"/>
              </a:lnSpc>
              <a:spcBef>
                <a:spcPts val="0"/>
              </a:spcBef>
              <a:spcAft>
                <a:spcPts val="0"/>
              </a:spcAft>
              <a:buClr>
                <a:schemeClr val="dk2"/>
              </a:buClr>
              <a:buSzPts val="4200"/>
              <a:buFont typeface="Permanent Marker"/>
              <a:buNone/>
              <a:defRPr sz="4200" b="0" i="0" u="none" strike="noStrike" cap="none">
                <a:solidFill>
                  <a:schemeClr val="dk2"/>
                </a:solidFill>
                <a:latin typeface="Permanent Marker"/>
                <a:ea typeface="Permanent Marker"/>
                <a:cs typeface="Permanent Marker"/>
                <a:sym typeface="Permanent Marker"/>
              </a:defRPr>
            </a:lvl2pPr>
            <a:lvl3pPr marR="0" lvl="2" algn="ctr" rtl="0">
              <a:lnSpc>
                <a:spcPct val="100000"/>
              </a:lnSpc>
              <a:spcBef>
                <a:spcPts val="0"/>
              </a:spcBef>
              <a:spcAft>
                <a:spcPts val="0"/>
              </a:spcAft>
              <a:buClr>
                <a:schemeClr val="dk2"/>
              </a:buClr>
              <a:buSzPts val="4200"/>
              <a:buFont typeface="Permanent Marker"/>
              <a:buNone/>
              <a:defRPr sz="4200" b="0" i="0" u="none" strike="noStrike" cap="none">
                <a:solidFill>
                  <a:schemeClr val="dk2"/>
                </a:solidFill>
                <a:latin typeface="Permanent Marker"/>
                <a:ea typeface="Permanent Marker"/>
                <a:cs typeface="Permanent Marker"/>
                <a:sym typeface="Permanent Marker"/>
              </a:defRPr>
            </a:lvl3pPr>
            <a:lvl4pPr marR="0" lvl="3" algn="ctr" rtl="0">
              <a:lnSpc>
                <a:spcPct val="100000"/>
              </a:lnSpc>
              <a:spcBef>
                <a:spcPts val="0"/>
              </a:spcBef>
              <a:spcAft>
                <a:spcPts val="0"/>
              </a:spcAft>
              <a:buClr>
                <a:schemeClr val="dk2"/>
              </a:buClr>
              <a:buSzPts val="4200"/>
              <a:buFont typeface="Permanent Marker"/>
              <a:buNone/>
              <a:defRPr sz="4200" b="0" i="0" u="none" strike="noStrike" cap="none">
                <a:solidFill>
                  <a:schemeClr val="dk2"/>
                </a:solidFill>
                <a:latin typeface="Permanent Marker"/>
                <a:ea typeface="Permanent Marker"/>
                <a:cs typeface="Permanent Marker"/>
                <a:sym typeface="Permanent Marker"/>
              </a:defRPr>
            </a:lvl4pPr>
            <a:lvl5pPr marR="0" lvl="4" algn="ctr" rtl="0">
              <a:lnSpc>
                <a:spcPct val="100000"/>
              </a:lnSpc>
              <a:spcBef>
                <a:spcPts val="0"/>
              </a:spcBef>
              <a:spcAft>
                <a:spcPts val="0"/>
              </a:spcAft>
              <a:buClr>
                <a:schemeClr val="dk2"/>
              </a:buClr>
              <a:buSzPts val="4200"/>
              <a:buFont typeface="Permanent Marker"/>
              <a:buNone/>
              <a:defRPr sz="4200" b="0" i="0" u="none" strike="noStrike" cap="none">
                <a:solidFill>
                  <a:schemeClr val="dk2"/>
                </a:solidFill>
                <a:latin typeface="Permanent Marker"/>
                <a:ea typeface="Permanent Marker"/>
                <a:cs typeface="Permanent Marker"/>
                <a:sym typeface="Permanent Marker"/>
              </a:defRPr>
            </a:lvl5pPr>
            <a:lvl6pPr marR="0" lvl="5" algn="ctr" rtl="0">
              <a:lnSpc>
                <a:spcPct val="100000"/>
              </a:lnSpc>
              <a:spcBef>
                <a:spcPts val="0"/>
              </a:spcBef>
              <a:spcAft>
                <a:spcPts val="0"/>
              </a:spcAft>
              <a:buClr>
                <a:schemeClr val="dk2"/>
              </a:buClr>
              <a:buSzPts val="4200"/>
              <a:buFont typeface="Permanent Marker"/>
              <a:buNone/>
              <a:defRPr sz="4200" b="0" i="0" u="none" strike="noStrike" cap="none">
                <a:solidFill>
                  <a:schemeClr val="dk2"/>
                </a:solidFill>
                <a:latin typeface="Permanent Marker"/>
                <a:ea typeface="Permanent Marker"/>
                <a:cs typeface="Permanent Marker"/>
                <a:sym typeface="Permanent Marker"/>
              </a:defRPr>
            </a:lvl6pPr>
            <a:lvl7pPr marR="0" lvl="6" algn="ctr" rtl="0">
              <a:lnSpc>
                <a:spcPct val="100000"/>
              </a:lnSpc>
              <a:spcBef>
                <a:spcPts val="0"/>
              </a:spcBef>
              <a:spcAft>
                <a:spcPts val="0"/>
              </a:spcAft>
              <a:buClr>
                <a:schemeClr val="dk2"/>
              </a:buClr>
              <a:buSzPts val="4200"/>
              <a:buFont typeface="Permanent Marker"/>
              <a:buNone/>
              <a:defRPr sz="4200" b="0" i="0" u="none" strike="noStrike" cap="none">
                <a:solidFill>
                  <a:schemeClr val="dk2"/>
                </a:solidFill>
                <a:latin typeface="Permanent Marker"/>
                <a:ea typeface="Permanent Marker"/>
                <a:cs typeface="Permanent Marker"/>
                <a:sym typeface="Permanent Marker"/>
              </a:defRPr>
            </a:lvl7pPr>
            <a:lvl8pPr marR="0" lvl="7" algn="ctr" rtl="0">
              <a:lnSpc>
                <a:spcPct val="100000"/>
              </a:lnSpc>
              <a:spcBef>
                <a:spcPts val="0"/>
              </a:spcBef>
              <a:spcAft>
                <a:spcPts val="0"/>
              </a:spcAft>
              <a:buClr>
                <a:schemeClr val="dk2"/>
              </a:buClr>
              <a:buSzPts val="4200"/>
              <a:buFont typeface="Permanent Marker"/>
              <a:buNone/>
              <a:defRPr sz="4200" b="0" i="0" u="none" strike="noStrike" cap="none">
                <a:solidFill>
                  <a:schemeClr val="dk2"/>
                </a:solidFill>
                <a:latin typeface="Permanent Marker"/>
                <a:ea typeface="Permanent Marker"/>
                <a:cs typeface="Permanent Marker"/>
                <a:sym typeface="Permanent Marker"/>
              </a:defRPr>
            </a:lvl8pPr>
            <a:lvl9pPr marR="0" lvl="8" algn="ctr" rtl="0">
              <a:lnSpc>
                <a:spcPct val="100000"/>
              </a:lnSpc>
              <a:spcBef>
                <a:spcPts val="0"/>
              </a:spcBef>
              <a:spcAft>
                <a:spcPts val="0"/>
              </a:spcAft>
              <a:buClr>
                <a:schemeClr val="dk2"/>
              </a:buClr>
              <a:buSzPts val="4200"/>
              <a:buFont typeface="Permanent Marker"/>
              <a:buNone/>
              <a:defRPr sz="4200" b="0" i="0" u="none" strike="noStrike" cap="none">
                <a:solidFill>
                  <a:schemeClr val="dk2"/>
                </a:solidFill>
                <a:latin typeface="Permanent Marker"/>
                <a:ea typeface="Permanent Marker"/>
                <a:cs typeface="Permanent Marker"/>
                <a:sym typeface="Permanent Marker"/>
              </a:defRPr>
            </a:lvl9pPr>
          </a:lstStyle>
          <a:p>
            <a:r>
              <a:rPr lang="en-US" dirty="0"/>
              <a:t>Using Firebase Real Time Database to store Personal Details.</a:t>
            </a:r>
          </a:p>
        </p:txBody>
      </p:sp>
      <p:pic>
        <p:nvPicPr>
          <p:cNvPr id="3" name="Graphic 2" descr="Employee badge">
            <a:extLst>
              <a:ext uri="{FF2B5EF4-FFF2-40B4-BE49-F238E27FC236}">
                <a16:creationId xmlns:a16="http://schemas.microsoft.com/office/drawing/2014/main" id="{9BFC5BA4-C8F6-4C29-BD18-6884FFF0B18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23347" y="1092584"/>
            <a:ext cx="833852" cy="833852"/>
          </a:xfrm>
          <a:prstGeom prst="rect">
            <a:avLst/>
          </a:prstGeom>
        </p:spPr>
      </p:pic>
      <p:pic>
        <p:nvPicPr>
          <p:cNvPr id="23" name="Graphic 22" descr="Link">
            <a:extLst>
              <a:ext uri="{FF2B5EF4-FFF2-40B4-BE49-F238E27FC236}">
                <a16:creationId xmlns:a16="http://schemas.microsoft.com/office/drawing/2014/main" id="{6110AD70-83D4-4681-BD80-5F32A97C49C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55465" y="3243632"/>
            <a:ext cx="734847" cy="734847"/>
          </a:xfrm>
          <a:prstGeom prst="rect">
            <a:avLst/>
          </a:prstGeom>
        </p:spPr>
      </p:pic>
      <p:pic>
        <p:nvPicPr>
          <p:cNvPr id="4" name="Graphic 3" descr="Chat">
            <a:extLst>
              <a:ext uri="{FF2B5EF4-FFF2-40B4-BE49-F238E27FC236}">
                <a16:creationId xmlns:a16="http://schemas.microsoft.com/office/drawing/2014/main" id="{E11086BF-49D2-2D4D-6045-CB3789B4A24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19170" y="1206649"/>
            <a:ext cx="914400" cy="914400"/>
          </a:xfrm>
          <a:prstGeom prst="rect">
            <a:avLst/>
          </a:prstGeom>
        </p:spPr>
      </p:pic>
      <p:pic>
        <p:nvPicPr>
          <p:cNvPr id="7" name="Graphic 6" descr="Pie chart">
            <a:extLst>
              <a:ext uri="{FF2B5EF4-FFF2-40B4-BE49-F238E27FC236}">
                <a16:creationId xmlns:a16="http://schemas.microsoft.com/office/drawing/2014/main" id="{8F079ECD-E907-769C-2B18-4E9456C310A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1863" y="3153856"/>
            <a:ext cx="914400" cy="914400"/>
          </a:xfrm>
          <a:prstGeom prst="rect">
            <a:avLst/>
          </a:prstGeom>
        </p:spPr>
      </p:pic>
      <p:pic>
        <p:nvPicPr>
          <p:cNvPr id="15" name="Graphic 14" descr="Download from cloud">
            <a:extLst>
              <a:ext uri="{FF2B5EF4-FFF2-40B4-BE49-F238E27FC236}">
                <a16:creationId xmlns:a16="http://schemas.microsoft.com/office/drawing/2014/main" id="{0A72E675-2952-BC1A-4C06-21E504C2830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630984" y="1206649"/>
            <a:ext cx="914400" cy="914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A52E08-B34E-3B83-E62D-0AA818FC8E3B}"/>
              </a:ext>
            </a:extLst>
          </p:cNvPr>
          <p:cNvSpPr>
            <a:spLocks noGrp="1"/>
          </p:cNvSpPr>
          <p:nvPr>
            <p:ph type="title"/>
          </p:nvPr>
        </p:nvSpPr>
        <p:spPr>
          <a:xfrm>
            <a:off x="0" y="172475"/>
            <a:ext cx="2788800" cy="572700"/>
          </a:xfrm>
        </p:spPr>
        <p:txBody>
          <a:bodyPr/>
          <a:lstStyle/>
          <a:p>
            <a:r>
              <a:rPr lang="en-US" sz="3600" dirty="0"/>
              <a:t>RESULTS</a:t>
            </a:r>
            <a:endParaRPr lang="en-IN" sz="3600" dirty="0"/>
          </a:p>
        </p:txBody>
      </p:sp>
      <p:pic>
        <p:nvPicPr>
          <p:cNvPr id="5" name="Picture 4">
            <a:extLst>
              <a:ext uri="{FF2B5EF4-FFF2-40B4-BE49-F238E27FC236}">
                <a16:creationId xmlns:a16="http://schemas.microsoft.com/office/drawing/2014/main" id="{FFE1894B-0CA8-4BAE-9AB0-02977E33F4F0}"/>
              </a:ext>
            </a:extLst>
          </p:cNvPr>
          <p:cNvPicPr>
            <a:picLocks noChangeAspect="1"/>
          </p:cNvPicPr>
          <p:nvPr/>
        </p:nvPicPr>
        <p:blipFill rotWithShape="1">
          <a:blip r:embed="rId3"/>
          <a:srcRect l="2861" t="2766" r="63217"/>
          <a:stretch/>
        </p:blipFill>
        <p:spPr>
          <a:xfrm>
            <a:off x="5948306" y="903681"/>
            <a:ext cx="1562215" cy="3336131"/>
          </a:xfrm>
          <a:prstGeom prst="rect">
            <a:avLst/>
          </a:prstGeom>
        </p:spPr>
      </p:pic>
      <p:pic>
        <p:nvPicPr>
          <p:cNvPr id="7" name="Picture 6">
            <a:extLst>
              <a:ext uri="{FF2B5EF4-FFF2-40B4-BE49-F238E27FC236}">
                <a16:creationId xmlns:a16="http://schemas.microsoft.com/office/drawing/2014/main" id="{F2AB0607-99F5-C495-68AD-9D1666476132}"/>
              </a:ext>
            </a:extLst>
          </p:cNvPr>
          <p:cNvPicPr>
            <a:picLocks noChangeAspect="1"/>
          </p:cNvPicPr>
          <p:nvPr/>
        </p:nvPicPr>
        <p:blipFill rotWithShape="1">
          <a:blip r:embed="rId4"/>
          <a:srcRect l="53259" t="1033" r="14475" b="4453"/>
          <a:stretch/>
        </p:blipFill>
        <p:spPr>
          <a:xfrm>
            <a:off x="2521017" y="903682"/>
            <a:ext cx="1528763" cy="3336131"/>
          </a:xfrm>
          <a:prstGeom prst="rect">
            <a:avLst/>
          </a:prstGeom>
        </p:spPr>
      </p:pic>
    </p:spTree>
    <p:extLst>
      <p:ext uri="{BB962C8B-B14F-4D97-AF65-F5344CB8AC3E}">
        <p14:creationId xmlns:p14="http://schemas.microsoft.com/office/powerpoint/2010/main" val="1094388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5"/>
          <p:cNvSpPr/>
          <p:nvPr/>
        </p:nvSpPr>
        <p:spPr>
          <a:xfrm>
            <a:off x="171927" y="182261"/>
            <a:ext cx="8779192" cy="646413"/>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5"/>
          <p:cNvSpPr txBox="1">
            <a:spLocks noGrp="1"/>
          </p:cNvSpPr>
          <p:nvPr>
            <p:ph type="title"/>
          </p:nvPr>
        </p:nvSpPr>
        <p:spPr>
          <a:xfrm>
            <a:off x="1524124" y="312571"/>
            <a:ext cx="5519613"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IN" sz="3600" dirty="0"/>
              <a:t>CONCLUSION &amp; FUTURE WORK</a:t>
            </a:r>
          </a:p>
        </p:txBody>
      </p:sp>
      <p:sp>
        <p:nvSpPr>
          <p:cNvPr id="272" name="Google Shape;272;p35"/>
          <p:cNvSpPr txBox="1">
            <a:spLocks noGrp="1"/>
          </p:cNvSpPr>
          <p:nvPr>
            <p:ph type="title" idx="4"/>
          </p:nvPr>
        </p:nvSpPr>
        <p:spPr>
          <a:xfrm>
            <a:off x="1059180" y="1550193"/>
            <a:ext cx="7223760" cy="2246207"/>
          </a:xfrm>
          <a:prstGeom prst="rect">
            <a:avLst/>
          </a:prstGeom>
        </p:spPr>
        <p:txBody>
          <a:bodyPr spcFirstLastPara="1" wrap="square" lIns="91425" tIns="91425" rIns="91425" bIns="91425" anchor="b" anchorCtr="0">
            <a:noAutofit/>
          </a:bodyPr>
          <a:lstStyle/>
          <a:p>
            <a:pPr marL="457200" marR="0" algn="just">
              <a:spcBef>
                <a:spcPts val="0"/>
              </a:spcBef>
              <a:spcAft>
                <a:spcPts val="0"/>
              </a:spcAft>
            </a:pPr>
            <a:r>
              <a:rPr lang="en-US" sz="1800" dirty="0">
                <a:effectLst/>
                <a:latin typeface="DM Sans" pitchFamily="2" charset="0"/>
                <a:ea typeface="Calibri" panose="020F0502020204030204" pitchFamily="34" charset="0"/>
              </a:rPr>
              <a:t>It is an essential app to have on smartphone for those who are considering privacy as their first priority. It will be a secure messaging application that lets users allow to communicate over secured cloud environment. It will also give you the ability of sending and acceptin</a:t>
            </a:r>
            <a:r>
              <a:rPr lang="en-US" sz="1800" dirty="0">
                <a:latin typeface="DM Sans" pitchFamily="2" charset="0"/>
                <a:ea typeface="Calibri" panose="020F0502020204030204" pitchFamily="34" charset="0"/>
              </a:rPr>
              <a:t>g request</a:t>
            </a:r>
            <a:r>
              <a:rPr lang="en-US" sz="1800" dirty="0">
                <a:effectLst/>
                <a:latin typeface="DM Sans" pitchFamily="2" charset="0"/>
                <a:ea typeface="Calibri" panose="020F0502020204030204" pitchFamily="34" charset="0"/>
              </a:rPr>
              <a:t>. The application will also be able to keep users’ personal information secure. This can be very helpful in terms of privacy. </a:t>
            </a:r>
            <a:endParaRPr lang="en-IN" sz="1800" dirty="0">
              <a:effectLst/>
              <a:latin typeface="DM Sans" pitchFamily="2" charset="0"/>
              <a:ea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BEEF8E-E417-2338-0156-A9714B9E33C1}"/>
              </a:ext>
            </a:extLst>
          </p:cNvPr>
          <p:cNvSpPr>
            <a:spLocks noGrp="1"/>
          </p:cNvSpPr>
          <p:nvPr>
            <p:ph type="title"/>
          </p:nvPr>
        </p:nvSpPr>
        <p:spPr>
          <a:xfrm>
            <a:off x="1042988" y="217350"/>
            <a:ext cx="2686049" cy="572700"/>
          </a:xfrm>
        </p:spPr>
        <p:txBody>
          <a:bodyPr/>
          <a:lstStyle/>
          <a:p>
            <a:r>
              <a:rPr lang="en-US" sz="3600" dirty="0"/>
              <a:t>FUTURE WORK</a:t>
            </a:r>
            <a:endParaRPr lang="en-IN" sz="3600" dirty="0"/>
          </a:p>
        </p:txBody>
      </p:sp>
      <p:pic>
        <p:nvPicPr>
          <p:cNvPr id="1026" name="Picture 2" descr="Flat design friends videoconferencing scenes">
            <a:extLst>
              <a:ext uri="{FF2B5EF4-FFF2-40B4-BE49-F238E27FC236}">
                <a16:creationId xmlns:a16="http://schemas.microsoft.com/office/drawing/2014/main" id="{EA7835C8-D596-B5E2-000E-40A15C9E24F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6533" t="13662"/>
          <a:stretch/>
        </p:blipFill>
        <p:spPr bwMode="auto">
          <a:xfrm>
            <a:off x="6057994" y="1052983"/>
            <a:ext cx="2075606" cy="2677368"/>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CCB56247-83AD-BE0F-41BD-8CA57A60ED66}"/>
              </a:ext>
            </a:extLst>
          </p:cNvPr>
          <p:cNvSpPr txBox="1">
            <a:spLocks/>
          </p:cNvSpPr>
          <p:nvPr/>
        </p:nvSpPr>
        <p:spPr>
          <a:xfrm>
            <a:off x="5305692" y="4426303"/>
            <a:ext cx="3580211"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2"/>
              </a:buClr>
              <a:buSzPts val="2800"/>
              <a:buFont typeface="Passion One"/>
              <a:buNone/>
              <a:defRPr sz="2800" b="0" i="0" u="none" strike="noStrike" cap="none">
                <a:solidFill>
                  <a:schemeClr val="dk2"/>
                </a:solidFill>
                <a:latin typeface="Passion One"/>
                <a:ea typeface="Passion One"/>
                <a:cs typeface="Passion One"/>
                <a:sym typeface="Passion One"/>
              </a:defRPr>
            </a:lvl1pPr>
            <a:lvl2pPr marR="0" lvl="1" algn="l" rtl="0">
              <a:lnSpc>
                <a:spcPct val="100000"/>
              </a:lnSpc>
              <a:spcBef>
                <a:spcPts val="0"/>
              </a:spcBef>
              <a:spcAft>
                <a:spcPts val="0"/>
              </a:spcAft>
              <a:buClr>
                <a:schemeClr val="dk2"/>
              </a:buClr>
              <a:buSzPts val="2800"/>
              <a:buFont typeface="Permanent Marker"/>
              <a:buNone/>
              <a:defRPr sz="2800" b="0" i="0" u="none" strike="noStrike" cap="none">
                <a:solidFill>
                  <a:schemeClr val="dk2"/>
                </a:solidFill>
                <a:latin typeface="Permanent Marker"/>
                <a:ea typeface="Permanent Marker"/>
                <a:cs typeface="Permanent Marker"/>
                <a:sym typeface="Permanent Marker"/>
              </a:defRPr>
            </a:lvl2pPr>
            <a:lvl3pPr marR="0" lvl="2" algn="l" rtl="0">
              <a:lnSpc>
                <a:spcPct val="100000"/>
              </a:lnSpc>
              <a:spcBef>
                <a:spcPts val="0"/>
              </a:spcBef>
              <a:spcAft>
                <a:spcPts val="0"/>
              </a:spcAft>
              <a:buClr>
                <a:schemeClr val="dk2"/>
              </a:buClr>
              <a:buSzPts val="2800"/>
              <a:buFont typeface="Permanent Marker"/>
              <a:buNone/>
              <a:defRPr sz="2800" b="0" i="0" u="none" strike="noStrike" cap="none">
                <a:solidFill>
                  <a:schemeClr val="dk2"/>
                </a:solidFill>
                <a:latin typeface="Permanent Marker"/>
                <a:ea typeface="Permanent Marker"/>
                <a:cs typeface="Permanent Marker"/>
                <a:sym typeface="Permanent Marker"/>
              </a:defRPr>
            </a:lvl3pPr>
            <a:lvl4pPr marR="0" lvl="3" algn="l" rtl="0">
              <a:lnSpc>
                <a:spcPct val="100000"/>
              </a:lnSpc>
              <a:spcBef>
                <a:spcPts val="0"/>
              </a:spcBef>
              <a:spcAft>
                <a:spcPts val="0"/>
              </a:spcAft>
              <a:buClr>
                <a:schemeClr val="dk2"/>
              </a:buClr>
              <a:buSzPts val="2800"/>
              <a:buFont typeface="Permanent Marker"/>
              <a:buNone/>
              <a:defRPr sz="2800" b="0" i="0" u="none" strike="noStrike" cap="none">
                <a:solidFill>
                  <a:schemeClr val="dk2"/>
                </a:solidFill>
                <a:latin typeface="Permanent Marker"/>
                <a:ea typeface="Permanent Marker"/>
                <a:cs typeface="Permanent Marker"/>
                <a:sym typeface="Permanent Marker"/>
              </a:defRPr>
            </a:lvl4pPr>
            <a:lvl5pPr marR="0" lvl="4" algn="l" rtl="0">
              <a:lnSpc>
                <a:spcPct val="100000"/>
              </a:lnSpc>
              <a:spcBef>
                <a:spcPts val="0"/>
              </a:spcBef>
              <a:spcAft>
                <a:spcPts val="0"/>
              </a:spcAft>
              <a:buClr>
                <a:schemeClr val="dk2"/>
              </a:buClr>
              <a:buSzPts val="2800"/>
              <a:buFont typeface="Permanent Marker"/>
              <a:buNone/>
              <a:defRPr sz="2800" b="0" i="0" u="none" strike="noStrike" cap="none">
                <a:solidFill>
                  <a:schemeClr val="dk2"/>
                </a:solidFill>
                <a:latin typeface="Permanent Marker"/>
                <a:ea typeface="Permanent Marker"/>
                <a:cs typeface="Permanent Marker"/>
                <a:sym typeface="Permanent Marker"/>
              </a:defRPr>
            </a:lvl5pPr>
            <a:lvl6pPr marR="0" lvl="5" algn="l" rtl="0">
              <a:lnSpc>
                <a:spcPct val="100000"/>
              </a:lnSpc>
              <a:spcBef>
                <a:spcPts val="0"/>
              </a:spcBef>
              <a:spcAft>
                <a:spcPts val="0"/>
              </a:spcAft>
              <a:buClr>
                <a:schemeClr val="dk2"/>
              </a:buClr>
              <a:buSzPts val="2800"/>
              <a:buFont typeface="Permanent Marker"/>
              <a:buNone/>
              <a:defRPr sz="2800" b="0" i="0" u="none" strike="noStrike" cap="none">
                <a:solidFill>
                  <a:schemeClr val="dk2"/>
                </a:solidFill>
                <a:latin typeface="Permanent Marker"/>
                <a:ea typeface="Permanent Marker"/>
                <a:cs typeface="Permanent Marker"/>
                <a:sym typeface="Permanent Marker"/>
              </a:defRPr>
            </a:lvl6pPr>
            <a:lvl7pPr marR="0" lvl="6" algn="l" rtl="0">
              <a:lnSpc>
                <a:spcPct val="100000"/>
              </a:lnSpc>
              <a:spcBef>
                <a:spcPts val="0"/>
              </a:spcBef>
              <a:spcAft>
                <a:spcPts val="0"/>
              </a:spcAft>
              <a:buClr>
                <a:schemeClr val="dk2"/>
              </a:buClr>
              <a:buSzPts val="2800"/>
              <a:buFont typeface="Permanent Marker"/>
              <a:buNone/>
              <a:defRPr sz="2800" b="0" i="0" u="none" strike="noStrike" cap="none">
                <a:solidFill>
                  <a:schemeClr val="dk2"/>
                </a:solidFill>
                <a:latin typeface="Permanent Marker"/>
                <a:ea typeface="Permanent Marker"/>
                <a:cs typeface="Permanent Marker"/>
                <a:sym typeface="Permanent Marker"/>
              </a:defRPr>
            </a:lvl7pPr>
            <a:lvl8pPr marR="0" lvl="7" algn="l" rtl="0">
              <a:lnSpc>
                <a:spcPct val="100000"/>
              </a:lnSpc>
              <a:spcBef>
                <a:spcPts val="0"/>
              </a:spcBef>
              <a:spcAft>
                <a:spcPts val="0"/>
              </a:spcAft>
              <a:buClr>
                <a:schemeClr val="dk2"/>
              </a:buClr>
              <a:buSzPts val="2800"/>
              <a:buFont typeface="Permanent Marker"/>
              <a:buNone/>
              <a:defRPr sz="2800" b="0" i="0" u="none" strike="noStrike" cap="none">
                <a:solidFill>
                  <a:schemeClr val="dk2"/>
                </a:solidFill>
                <a:latin typeface="Permanent Marker"/>
                <a:ea typeface="Permanent Marker"/>
                <a:cs typeface="Permanent Marker"/>
                <a:sym typeface="Permanent Marker"/>
              </a:defRPr>
            </a:lvl8pPr>
            <a:lvl9pPr marR="0" lvl="8" algn="l" rtl="0">
              <a:lnSpc>
                <a:spcPct val="100000"/>
              </a:lnSpc>
              <a:spcBef>
                <a:spcPts val="0"/>
              </a:spcBef>
              <a:spcAft>
                <a:spcPts val="0"/>
              </a:spcAft>
              <a:buClr>
                <a:schemeClr val="dk2"/>
              </a:buClr>
              <a:buSzPts val="2800"/>
              <a:buFont typeface="Permanent Marker"/>
              <a:buNone/>
              <a:defRPr sz="2800" b="0" i="0" u="none" strike="noStrike" cap="none">
                <a:solidFill>
                  <a:schemeClr val="dk2"/>
                </a:solidFill>
                <a:latin typeface="Permanent Marker"/>
                <a:ea typeface="Permanent Marker"/>
                <a:cs typeface="Permanent Marker"/>
                <a:sym typeface="Permanent Marker"/>
              </a:defRPr>
            </a:lvl9pPr>
          </a:lstStyle>
          <a:p>
            <a:pPr algn="ctr"/>
            <a:r>
              <a:rPr lang="en-US" dirty="0"/>
              <a:t>CONFERENCE CALLS / VIDEO CALLS</a:t>
            </a:r>
            <a:endParaRPr lang="en-IN" dirty="0"/>
          </a:p>
        </p:txBody>
      </p:sp>
      <p:sp>
        <p:nvSpPr>
          <p:cNvPr id="8" name="Title 1">
            <a:extLst>
              <a:ext uri="{FF2B5EF4-FFF2-40B4-BE49-F238E27FC236}">
                <a16:creationId xmlns:a16="http://schemas.microsoft.com/office/drawing/2014/main" id="{EA2DD373-2726-0E4D-3479-C6E68F7D833B}"/>
              </a:ext>
            </a:extLst>
          </p:cNvPr>
          <p:cNvSpPr txBox="1">
            <a:spLocks/>
          </p:cNvSpPr>
          <p:nvPr/>
        </p:nvSpPr>
        <p:spPr>
          <a:xfrm>
            <a:off x="1809089" y="4008533"/>
            <a:ext cx="2486147"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2"/>
              </a:buClr>
              <a:buSzPts val="2800"/>
              <a:buFont typeface="Passion One"/>
              <a:buNone/>
              <a:defRPr sz="2800" b="0" i="0" u="none" strike="noStrike" cap="none">
                <a:solidFill>
                  <a:schemeClr val="dk2"/>
                </a:solidFill>
                <a:latin typeface="Passion One"/>
                <a:ea typeface="Passion One"/>
                <a:cs typeface="Passion One"/>
                <a:sym typeface="Passion One"/>
              </a:defRPr>
            </a:lvl1pPr>
            <a:lvl2pPr marR="0" lvl="1" algn="l" rtl="0">
              <a:lnSpc>
                <a:spcPct val="100000"/>
              </a:lnSpc>
              <a:spcBef>
                <a:spcPts val="0"/>
              </a:spcBef>
              <a:spcAft>
                <a:spcPts val="0"/>
              </a:spcAft>
              <a:buClr>
                <a:schemeClr val="dk2"/>
              </a:buClr>
              <a:buSzPts val="2800"/>
              <a:buFont typeface="Permanent Marker"/>
              <a:buNone/>
              <a:defRPr sz="2800" b="0" i="0" u="none" strike="noStrike" cap="none">
                <a:solidFill>
                  <a:schemeClr val="dk2"/>
                </a:solidFill>
                <a:latin typeface="Permanent Marker"/>
                <a:ea typeface="Permanent Marker"/>
                <a:cs typeface="Permanent Marker"/>
                <a:sym typeface="Permanent Marker"/>
              </a:defRPr>
            </a:lvl2pPr>
            <a:lvl3pPr marR="0" lvl="2" algn="l" rtl="0">
              <a:lnSpc>
                <a:spcPct val="100000"/>
              </a:lnSpc>
              <a:spcBef>
                <a:spcPts val="0"/>
              </a:spcBef>
              <a:spcAft>
                <a:spcPts val="0"/>
              </a:spcAft>
              <a:buClr>
                <a:schemeClr val="dk2"/>
              </a:buClr>
              <a:buSzPts val="2800"/>
              <a:buFont typeface="Permanent Marker"/>
              <a:buNone/>
              <a:defRPr sz="2800" b="0" i="0" u="none" strike="noStrike" cap="none">
                <a:solidFill>
                  <a:schemeClr val="dk2"/>
                </a:solidFill>
                <a:latin typeface="Permanent Marker"/>
                <a:ea typeface="Permanent Marker"/>
                <a:cs typeface="Permanent Marker"/>
                <a:sym typeface="Permanent Marker"/>
              </a:defRPr>
            </a:lvl3pPr>
            <a:lvl4pPr marR="0" lvl="3" algn="l" rtl="0">
              <a:lnSpc>
                <a:spcPct val="100000"/>
              </a:lnSpc>
              <a:spcBef>
                <a:spcPts val="0"/>
              </a:spcBef>
              <a:spcAft>
                <a:spcPts val="0"/>
              </a:spcAft>
              <a:buClr>
                <a:schemeClr val="dk2"/>
              </a:buClr>
              <a:buSzPts val="2800"/>
              <a:buFont typeface="Permanent Marker"/>
              <a:buNone/>
              <a:defRPr sz="2800" b="0" i="0" u="none" strike="noStrike" cap="none">
                <a:solidFill>
                  <a:schemeClr val="dk2"/>
                </a:solidFill>
                <a:latin typeface="Permanent Marker"/>
                <a:ea typeface="Permanent Marker"/>
                <a:cs typeface="Permanent Marker"/>
                <a:sym typeface="Permanent Marker"/>
              </a:defRPr>
            </a:lvl4pPr>
            <a:lvl5pPr marR="0" lvl="4" algn="l" rtl="0">
              <a:lnSpc>
                <a:spcPct val="100000"/>
              </a:lnSpc>
              <a:spcBef>
                <a:spcPts val="0"/>
              </a:spcBef>
              <a:spcAft>
                <a:spcPts val="0"/>
              </a:spcAft>
              <a:buClr>
                <a:schemeClr val="dk2"/>
              </a:buClr>
              <a:buSzPts val="2800"/>
              <a:buFont typeface="Permanent Marker"/>
              <a:buNone/>
              <a:defRPr sz="2800" b="0" i="0" u="none" strike="noStrike" cap="none">
                <a:solidFill>
                  <a:schemeClr val="dk2"/>
                </a:solidFill>
                <a:latin typeface="Permanent Marker"/>
                <a:ea typeface="Permanent Marker"/>
                <a:cs typeface="Permanent Marker"/>
                <a:sym typeface="Permanent Marker"/>
              </a:defRPr>
            </a:lvl5pPr>
            <a:lvl6pPr marR="0" lvl="5" algn="l" rtl="0">
              <a:lnSpc>
                <a:spcPct val="100000"/>
              </a:lnSpc>
              <a:spcBef>
                <a:spcPts val="0"/>
              </a:spcBef>
              <a:spcAft>
                <a:spcPts val="0"/>
              </a:spcAft>
              <a:buClr>
                <a:schemeClr val="dk2"/>
              </a:buClr>
              <a:buSzPts val="2800"/>
              <a:buFont typeface="Permanent Marker"/>
              <a:buNone/>
              <a:defRPr sz="2800" b="0" i="0" u="none" strike="noStrike" cap="none">
                <a:solidFill>
                  <a:schemeClr val="dk2"/>
                </a:solidFill>
                <a:latin typeface="Permanent Marker"/>
                <a:ea typeface="Permanent Marker"/>
                <a:cs typeface="Permanent Marker"/>
                <a:sym typeface="Permanent Marker"/>
              </a:defRPr>
            </a:lvl6pPr>
            <a:lvl7pPr marR="0" lvl="6" algn="l" rtl="0">
              <a:lnSpc>
                <a:spcPct val="100000"/>
              </a:lnSpc>
              <a:spcBef>
                <a:spcPts val="0"/>
              </a:spcBef>
              <a:spcAft>
                <a:spcPts val="0"/>
              </a:spcAft>
              <a:buClr>
                <a:schemeClr val="dk2"/>
              </a:buClr>
              <a:buSzPts val="2800"/>
              <a:buFont typeface="Permanent Marker"/>
              <a:buNone/>
              <a:defRPr sz="2800" b="0" i="0" u="none" strike="noStrike" cap="none">
                <a:solidFill>
                  <a:schemeClr val="dk2"/>
                </a:solidFill>
                <a:latin typeface="Permanent Marker"/>
                <a:ea typeface="Permanent Marker"/>
                <a:cs typeface="Permanent Marker"/>
                <a:sym typeface="Permanent Marker"/>
              </a:defRPr>
            </a:lvl7pPr>
            <a:lvl8pPr marR="0" lvl="7" algn="l" rtl="0">
              <a:lnSpc>
                <a:spcPct val="100000"/>
              </a:lnSpc>
              <a:spcBef>
                <a:spcPts val="0"/>
              </a:spcBef>
              <a:spcAft>
                <a:spcPts val="0"/>
              </a:spcAft>
              <a:buClr>
                <a:schemeClr val="dk2"/>
              </a:buClr>
              <a:buSzPts val="2800"/>
              <a:buFont typeface="Permanent Marker"/>
              <a:buNone/>
              <a:defRPr sz="2800" b="0" i="0" u="none" strike="noStrike" cap="none">
                <a:solidFill>
                  <a:schemeClr val="dk2"/>
                </a:solidFill>
                <a:latin typeface="Permanent Marker"/>
                <a:ea typeface="Permanent Marker"/>
                <a:cs typeface="Permanent Marker"/>
                <a:sym typeface="Permanent Marker"/>
              </a:defRPr>
            </a:lvl8pPr>
            <a:lvl9pPr marR="0" lvl="8" algn="l" rtl="0">
              <a:lnSpc>
                <a:spcPct val="100000"/>
              </a:lnSpc>
              <a:spcBef>
                <a:spcPts val="0"/>
              </a:spcBef>
              <a:spcAft>
                <a:spcPts val="0"/>
              </a:spcAft>
              <a:buClr>
                <a:schemeClr val="dk2"/>
              </a:buClr>
              <a:buSzPts val="2800"/>
              <a:buFont typeface="Permanent Marker"/>
              <a:buNone/>
              <a:defRPr sz="2800" b="0" i="0" u="none" strike="noStrike" cap="none">
                <a:solidFill>
                  <a:schemeClr val="dk2"/>
                </a:solidFill>
                <a:latin typeface="Permanent Marker"/>
                <a:ea typeface="Permanent Marker"/>
                <a:cs typeface="Permanent Marker"/>
                <a:sym typeface="Permanent Marker"/>
              </a:defRPr>
            </a:lvl9pPr>
          </a:lstStyle>
          <a:p>
            <a:r>
              <a:rPr lang="en-US" dirty="0"/>
              <a:t>FILE SHARING</a:t>
            </a:r>
            <a:endParaRPr lang="en-IN" dirty="0"/>
          </a:p>
        </p:txBody>
      </p:sp>
      <p:pic>
        <p:nvPicPr>
          <p:cNvPr id="1028" name="Picture 4">
            <a:extLst>
              <a:ext uri="{FF2B5EF4-FFF2-40B4-BE49-F238E27FC236}">
                <a16:creationId xmlns:a16="http://schemas.microsoft.com/office/drawing/2014/main" id="{01164428-716B-068D-AC4E-A503E3CA54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3486" y="848617"/>
            <a:ext cx="3086100" cy="308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2496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4177"/>
        <p:cNvGrpSpPr/>
        <p:nvPr/>
      </p:nvGrpSpPr>
      <p:grpSpPr>
        <a:xfrm>
          <a:off x="0" y="0"/>
          <a:ext cx="0" cy="0"/>
          <a:chOff x="0" y="0"/>
          <a:chExt cx="0" cy="0"/>
        </a:xfrm>
      </p:grpSpPr>
      <p:sp>
        <p:nvSpPr>
          <p:cNvPr id="5" name="Google Shape;268;p35">
            <a:extLst>
              <a:ext uri="{FF2B5EF4-FFF2-40B4-BE49-F238E27FC236}">
                <a16:creationId xmlns:a16="http://schemas.microsoft.com/office/drawing/2014/main" id="{6814693F-E1A6-4C5A-8088-95C05F65B67C}"/>
              </a:ext>
            </a:extLst>
          </p:cNvPr>
          <p:cNvSpPr txBox="1">
            <a:spLocks/>
          </p:cNvSpPr>
          <p:nvPr/>
        </p:nvSpPr>
        <p:spPr>
          <a:xfrm>
            <a:off x="2755582" y="1800701"/>
            <a:ext cx="3375660" cy="1172304"/>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IN" sz="5400" dirty="0">
                <a:solidFill>
                  <a:schemeClr val="bg1"/>
                </a:solidFill>
                <a:latin typeface="Passion One" panose="020B0604020202020204" charset="0"/>
                <a:ea typeface="Segoe UI Black" panose="020B0A02040204020203" pitchFamily="34" charset="0"/>
              </a:rPr>
              <a:t>THANK YOU!</a:t>
            </a:r>
          </a:p>
        </p:txBody>
      </p:sp>
      <p:sp>
        <p:nvSpPr>
          <p:cNvPr id="3" name="Rectangle 2">
            <a:extLst>
              <a:ext uri="{FF2B5EF4-FFF2-40B4-BE49-F238E27FC236}">
                <a16:creationId xmlns:a16="http://schemas.microsoft.com/office/drawing/2014/main" id="{5F259BB6-F8DE-43E6-A2A3-88D7C232EE21}"/>
              </a:ext>
            </a:extLst>
          </p:cNvPr>
          <p:cNvSpPr/>
          <p:nvPr/>
        </p:nvSpPr>
        <p:spPr>
          <a:xfrm>
            <a:off x="274320" y="190500"/>
            <a:ext cx="8656320" cy="4792980"/>
          </a:xfrm>
          <a:prstGeom prst="rect">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Free Tour Company by Slidesgo">
  <a:themeElements>
    <a:clrScheme name="Simple Light">
      <a:dk1>
        <a:srgbClr val="000000"/>
      </a:dk1>
      <a:lt1>
        <a:srgbClr val="FFFFFF"/>
      </a:lt1>
      <a:dk2>
        <a:srgbClr val="434343"/>
      </a:dk2>
      <a:lt2>
        <a:srgbClr val="EEEEEE"/>
      </a:lt2>
      <a:accent1>
        <a:srgbClr val="6DD6B8"/>
      </a:accent1>
      <a:accent2>
        <a:srgbClr val="434343"/>
      </a:accent2>
      <a:accent3>
        <a:srgbClr val="78909C"/>
      </a:accent3>
      <a:accent4>
        <a:srgbClr val="4C9983"/>
      </a:accent4>
      <a:accent5>
        <a:srgbClr val="FFD966"/>
      </a:accent5>
      <a:accent6>
        <a:srgbClr val="F9CB9C"/>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1394</TotalTime>
  <Words>545</Words>
  <Application>Microsoft Office PowerPoint</Application>
  <PresentationFormat>On-screen Show (16:9)</PresentationFormat>
  <Paragraphs>63</Paragraphs>
  <Slides>12</Slides>
  <Notes>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12</vt:i4>
      </vt:variant>
    </vt:vector>
  </HeadingPairs>
  <TitlesOfParts>
    <vt:vector size="20" baseType="lpstr">
      <vt:lpstr>Passion One</vt:lpstr>
      <vt:lpstr>Proxima Nova Semibold</vt:lpstr>
      <vt:lpstr>Arial</vt:lpstr>
      <vt:lpstr>DM Sans</vt:lpstr>
      <vt:lpstr>Proxima Nova</vt:lpstr>
      <vt:lpstr>Century Gothic</vt:lpstr>
      <vt:lpstr>Free Tour Company by Slidesgo</vt:lpstr>
      <vt:lpstr>Slidesgo Final Pages</vt:lpstr>
      <vt:lpstr>Secure Messenger</vt:lpstr>
      <vt:lpstr>CONTENTS</vt:lpstr>
      <vt:lpstr>INTRODUCTION</vt:lpstr>
      <vt:lpstr>PROBLEM STATEMENT</vt:lpstr>
      <vt:lpstr>OBJECTIVE</vt:lpstr>
      <vt:lpstr>CONCEPTS &amp; METHODS</vt:lpstr>
      <vt:lpstr>TOOLS &amp; LANGUAGES</vt:lpstr>
      <vt:lpstr>IMPLEMENTATION  </vt:lpstr>
      <vt:lpstr>RESULTS</vt:lpstr>
      <vt:lpstr>CONCLUSION &amp; FUTURE WORK</vt:lpstr>
      <vt:lpstr>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BooksEra</dc:title>
  <dc:creator>hp</dc:creator>
  <cp:lastModifiedBy>Omkar Rasal</cp:lastModifiedBy>
  <cp:revision>43</cp:revision>
  <dcterms:modified xsi:type="dcterms:W3CDTF">2024-10-17T15:57:31Z</dcterms:modified>
</cp:coreProperties>
</file>