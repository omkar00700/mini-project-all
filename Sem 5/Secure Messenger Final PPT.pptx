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9525" cap="flat">
              <a:solidFill>
                <a:srgbClr val="68D4B5"/>
              </a:solidFill>
              <a:prstDash val="solid"/>
              <a:round/>
            </a:ln>
          </a:left>
          <a:right>
            <a:ln w="9525" cap="flat">
              <a:solidFill>
                <a:srgbClr val="68D4B5"/>
              </a:solidFill>
              <a:prstDash val="solid"/>
              <a:round/>
            </a:ln>
          </a:right>
          <a:top>
            <a:ln w="9525" cap="flat">
              <a:solidFill>
                <a:srgbClr val="68D4B5"/>
              </a:solidFill>
              <a:prstDash val="solid"/>
              <a:round/>
            </a:ln>
          </a:top>
          <a:bottom>
            <a:ln w="9525" cap="flat">
              <a:solidFill>
                <a:srgbClr val="68D4B5"/>
              </a:solidFill>
              <a:prstDash val="solid"/>
              <a:round/>
            </a:ln>
          </a:bottom>
          <a:insideH>
            <a:ln w="9525" cap="flat">
              <a:solidFill>
                <a:srgbClr val="68D4B5"/>
              </a:solidFill>
              <a:prstDash val="solid"/>
              <a:round/>
            </a:ln>
          </a:insideH>
          <a:insideV>
            <a:ln w="9525" cap="flat">
              <a:solidFill>
                <a:srgbClr val="68D4B5"/>
              </a:solidFill>
              <a:prstDash val="solid"/>
              <a:round/>
            </a:ln>
          </a:insideV>
        </a:tcBdr>
        <a:fill>
          <a:solidFill>
            <a:schemeClr val="accent1">
              <a:alpha val="40000"/>
            </a:scheme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9525" cap="flat">
              <a:solidFill>
                <a:srgbClr val="68D4B5"/>
              </a:solidFill>
              <a:prstDash val="solid"/>
              <a:round/>
            </a:ln>
          </a:left>
          <a:right>
            <a:ln w="25400" cap="flat">
              <a:solidFill>
                <a:schemeClr val="accent1"/>
              </a:solidFill>
              <a:prstDash val="solid"/>
              <a:round/>
            </a:ln>
          </a:right>
          <a:top>
            <a:ln w="9525" cap="flat">
              <a:solidFill>
                <a:srgbClr val="68D4B5"/>
              </a:solidFill>
              <a:prstDash val="solid"/>
              <a:round/>
            </a:ln>
          </a:top>
          <a:bottom>
            <a:ln w="9525" cap="flat">
              <a:solidFill>
                <a:srgbClr val="68D4B5"/>
              </a:solidFill>
              <a:prstDash val="solid"/>
              <a:round/>
            </a:ln>
          </a:bottom>
          <a:insideH>
            <a:ln w="9525" cap="flat">
              <a:solidFill>
                <a:srgbClr val="68D4B5"/>
              </a:solidFill>
              <a:prstDash val="solid"/>
              <a:round/>
            </a:ln>
          </a:insideH>
          <a:insideV>
            <a:ln w="9525" cap="flat">
              <a:solidFill>
                <a:srgbClr val="68D4B5"/>
              </a:solidFill>
              <a:prstDash val="solid"/>
              <a:round/>
            </a:ln>
          </a:insideV>
        </a:tcBdr>
        <a:fill>
          <a:solidFill>
            <a:schemeClr val="accent1">
              <a:alpha val="40000"/>
            </a:schemeClr>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25400" cap="flat">
              <a:solidFill>
                <a:schemeClr val="accent1"/>
              </a:solidFill>
              <a:prstDash val="solid"/>
              <a:round/>
            </a:ln>
          </a:top>
          <a:bottom>
            <a:ln w="25400" cap="flat">
              <a:solidFill>
                <a:schemeClr val="accent1"/>
              </a:solidFill>
              <a:prstDash val="solid"/>
              <a:round/>
            </a:ln>
          </a:bottom>
          <a:insideH>
            <a:ln w="12700" cap="flat">
              <a:noFill/>
              <a:miter lim="400000"/>
            </a:ln>
          </a:insideH>
          <a:insideV>
            <a:ln w="12700" cap="flat">
              <a:noFill/>
              <a:miter lim="400000"/>
            </a:ln>
          </a:insideV>
        </a:tcBdr>
        <a:fill>
          <a:no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9525" cap="flat">
              <a:solidFill>
                <a:srgbClr val="68D4B5"/>
              </a:solidFill>
              <a:prstDash val="solid"/>
              <a:round/>
            </a:ln>
          </a:top>
          <a:bottom>
            <a:ln w="25400" cap="flat">
              <a:solidFill>
                <a:srgbClr val="FFFFFF"/>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3F0E6"/>
          </a:solidFill>
        </a:fill>
      </a:tcStyle>
    </a:wholeTbl>
    <a:band2H>
      <a:tcTxStyle b="def" i="def"/>
      <a:tcStyle>
        <a:tcBdr/>
        <a:fill>
          <a:solidFill>
            <a:srgbClr val="EAF7F3"/>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b="def" i="def"/>
      <a:tcStyle>
        <a:tcBdr/>
        <a:fill>
          <a:solidFill>
            <a:srgbClr val="EBEE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DECDE"/>
          </a:solidFill>
        </a:fill>
      </a:tcStyle>
    </a:wholeTbl>
    <a:band2H>
      <a:tcTxStyle b="def" i="def"/>
      <a:tcStyle>
        <a:tcBdr/>
        <a:fill>
          <a:solidFill>
            <a:srgbClr val="FEF6E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9" name="Shape 109"/>
          <p:cNvSpPr/>
          <p:nvPr>
            <p:ph type="sldImg"/>
          </p:nvPr>
        </p:nvSpPr>
        <p:spPr>
          <a:xfrm>
            <a:off x="1143000" y="685800"/>
            <a:ext cx="4572000" cy="3429000"/>
          </a:xfrm>
          <a:prstGeom prst="rect">
            <a:avLst/>
          </a:prstGeom>
        </p:spPr>
        <p:txBody>
          <a:bodyPr/>
          <a:lstStyle/>
          <a:p>
            <a:pPr/>
          </a:p>
        </p:txBody>
      </p:sp>
      <p:sp>
        <p:nvSpPr>
          <p:cNvPr id="110" name="Shape 11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5405575" y="1263787"/>
            <a:ext cx="3417601" cy="2052601"/>
          </a:xfrm>
          <a:prstGeom prst="rect">
            <a:avLst/>
          </a:prstGeom>
        </p:spPr>
        <p:txBody>
          <a:bodyPr>
            <a:normAutofit fontScale="100000" lnSpcReduction="0"/>
          </a:bodyPr>
          <a:lstStyle>
            <a:lvl1pPr>
              <a:lnSpc>
                <a:spcPct val="80000"/>
              </a:lnSpc>
              <a:defRPr sz="6000"/>
            </a:lvl1pPr>
          </a:lstStyle>
          <a:p>
            <a:pPr/>
            <a:r>
              <a:t>Title Text</a:t>
            </a:r>
          </a:p>
        </p:txBody>
      </p:sp>
      <p:sp>
        <p:nvSpPr>
          <p:cNvPr id="12" name="Body Level One…"/>
          <p:cNvSpPr txBox="1"/>
          <p:nvPr>
            <p:ph type="body" sz="quarter" idx="1"/>
          </p:nvPr>
        </p:nvSpPr>
        <p:spPr>
          <a:xfrm>
            <a:off x="5405575" y="3087112"/>
            <a:ext cx="2736901" cy="792601"/>
          </a:xfrm>
          <a:prstGeom prst="rect">
            <a:avLst/>
          </a:prstGeom>
        </p:spPr>
        <p:txBody>
          <a:bodyPr>
            <a:normAutofit fontScale="100000" lnSpcReduction="0"/>
          </a:bodyPr>
          <a:lstStyle>
            <a:lvl1pPr marL="342900" indent="-228600">
              <a:buClrTx/>
              <a:buSzTx/>
              <a:buFontTx/>
              <a:buNone/>
              <a:defRPr>
                <a:solidFill>
                  <a:schemeClr val="accent1"/>
                </a:solidFill>
              </a:defRPr>
            </a:lvl1pPr>
            <a:lvl2pPr marL="342900" indent="254000">
              <a:buClrTx/>
              <a:buSzTx/>
              <a:buFontTx/>
              <a:buNone/>
              <a:defRPr>
                <a:solidFill>
                  <a:schemeClr val="accent1"/>
                </a:solidFill>
              </a:defRPr>
            </a:lvl2pPr>
            <a:lvl3pPr marL="342900" indent="711200">
              <a:buClrTx/>
              <a:buSzTx/>
              <a:buFontTx/>
              <a:buNone/>
              <a:defRPr>
                <a:solidFill>
                  <a:schemeClr val="accent1"/>
                </a:solidFill>
              </a:defRPr>
            </a:lvl3pPr>
            <a:lvl4pPr marL="342900" indent="1168400">
              <a:buClrTx/>
              <a:buSzTx/>
              <a:buFontTx/>
              <a:buNone/>
              <a:defRPr>
                <a:solidFill>
                  <a:schemeClr val="accent1"/>
                </a:solidFill>
              </a:defRPr>
            </a:lvl4pPr>
            <a:lvl5pPr marL="342900" indent="1625600">
              <a:buClrTx/>
              <a:buSzTx/>
              <a:buFontTx/>
              <a:buNone/>
              <a:defRPr>
                <a:solidFill>
                  <a:schemeClr val="accent1"/>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Google Shape;11;p2"/>
          <p:cNvSpPr/>
          <p:nvPr/>
        </p:nvSpPr>
        <p:spPr>
          <a:xfrm>
            <a:off x="1415500" y="124"/>
            <a:ext cx="3341101" cy="5143501"/>
          </a:xfrm>
          <a:prstGeom prst="rect">
            <a:avLst/>
          </a:prstGeom>
          <a:solidFill>
            <a:schemeClr val="accent1"/>
          </a:solidFill>
          <a:ln w="12700">
            <a:miter lim="400000"/>
          </a:ln>
        </p:spPr>
        <p:txBody>
          <a:bodyPr lIns="45719" rIns="45719" anchor="ctr"/>
          <a:lstStyle/>
          <a:p>
            <a:pPr/>
          </a:p>
        </p:txBody>
      </p:sp>
      <p:sp>
        <p:nvSpPr>
          <p:cNvPr id="14" name="Google Shape;12;p2"/>
          <p:cNvSpPr/>
          <p:nvPr/>
        </p:nvSpPr>
        <p:spPr>
          <a:xfrm>
            <a:off x="254999" y="358163"/>
            <a:ext cx="4201802" cy="4427400"/>
          </a:xfrm>
          <a:prstGeom prst="rect">
            <a:avLst/>
          </a:prstGeom>
          <a:ln w="19050">
            <a:solidFill>
              <a:schemeClr val="accent2"/>
            </a:solidFill>
          </a:ln>
        </p:spPr>
        <p:txBody>
          <a:bodyPr lIns="45719" rIns="45719" anchor="ctr"/>
          <a:lstStyle/>
          <a:p>
            <a:pPr/>
          </a:p>
        </p:txBody>
      </p:sp>
      <p:sp>
        <p:nvSpPr>
          <p:cNvPr id="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2" name="Google Shape;14;p3"/>
          <p:cNvSpPr/>
          <p:nvPr/>
        </p:nvSpPr>
        <p:spPr>
          <a:xfrm>
            <a:off x="-1" y="4624"/>
            <a:ext cx="4106702" cy="2850902"/>
          </a:xfrm>
          <a:prstGeom prst="rect">
            <a:avLst/>
          </a:prstGeom>
          <a:solidFill>
            <a:schemeClr val="accent1"/>
          </a:solidFill>
          <a:ln w="12700">
            <a:miter lim="400000"/>
          </a:ln>
        </p:spPr>
        <p:txBody>
          <a:bodyPr lIns="45719" rIns="45719" anchor="ctr"/>
          <a:lstStyle/>
          <a:p>
            <a:pPr/>
          </a:p>
        </p:txBody>
      </p:sp>
      <p:sp>
        <p:nvSpPr>
          <p:cNvPr id="23" name="Title Text"/>
          <p:cNvSpPr txBox="1"/>
          <p:nvPr>
            <p:ph type="title"/>
          </p:nvPr>
        </p:nvSpPr>
        <p:spPr>
          <a:xfrm>
            <a:off x="704874" y="1458475"/>
            <a:ext cx="3930302" cy="1758301"/>
          </a:xfrm>
          <a:prstGeom prst="rect">
            <a:avLst/>
          </a:prstGeom>
        </p:spPr>
        <p:txBody>
          <a:bodyPr>
            <a:normAutofit fontScale="100000" lnSpcReduction="0"/>
          </a:bodyPr>
          <a:lstStyle>
            <a:lvl1pPr>
              <a:defRPr sz="3600"/>
            </a:lvl1pPr>
          </a:lstStyle>
          <a:p>
            <a:pPr/>
            <a:r>
              <a:t>Title Text</a:t>
            </a:r>
          </a:p>
        </p:txBody>
      </p:sp>
      <p:sp>
        <p:nvSpPr>
          <p:cNvPr id="24" name="Body Level One…"/>
          <p:cNvSpPr txBox="1"/>
          <p:nvPr>
            <p:ph type="body" sz="quarter" idx="1"/>
          </p:nvPr>
        </p:nvSpPr>
        <p:spPr>
          <a:xfrm>
            <a:off x="704874" y="3039299"/>
            <a:ext cx="3099001" cy="717601"/>
          </a:xfrm>
          <a:prstGeom prst="rect">
            <a:avLst/>
          </a:prstGeom>
        </p:spPr>
        <p:txBody>
          <a:bodyPr>
            <a:normAutofit fontScale="100000" lnSpcReduction="0"/>
          </a:bodyPr>
          <a:lstStyle>
            <a:lvl1pPr marL="342900" indent="-228600">
              <a:buClrTx/>
              <a:buSzTx/>
              <a:buFontTx/>
              <a:buNone/>
            </a:lvl1pPr>
            <a:lvl2pPr marL="342900" indent="254000">
              <a:buClrTx/>
              <a:buSzTx/>
              <a:buFontTx/>
              <a:buNone/>
            </a:lvl2pPr>
            <a:lvl3pPr marL="342900" indent="711200">
              <a:buClrTx/>
              <a:buSzTx/>
              <a:buFontTx/>
              <a:buNone/>
            </a:lvl3pPr>
            <a:lvl4pPr marL="342900" indent="1168400">
              <a:buClrTx/>
              <a:buSzTx/>
              <a:buFontTx/>
              <a:buNone/>
            </a:lvl4pPr>
            <a:lvl5pPr marL="342900" indent="1625600">
              <a:buClrTx/>
              <a:buSzTx/>
              <a:buFontTx/>
              <a:buNone/>
            </a:lvl5pPr>
          </a:lstStyle>
          <a:p>
            <a:pPr/>
            <a:r>
              <a:t>Body Level One</a:t>
            </a:r>
          </a:p>
          <a:p>
            <a:pPr lvl="1"/>
            <a:r>
              <a:t>Body Level Two</a:t>
            </a:r>
          </a:p>
          <a:p>
            <a:pPr lvl="2"/>
            <a:r>
              <a:t>Body Level Three</a:t>
            </a:r>
          </a:p>
          <a:p>
            <a:pPr lvl="3"/>
            <a:r>
              <a:t>Body Level Four</a:t>
            </a:r>
          </a:p>
          <a:p>
            <a:pPr lvl="4"/>
            <a:r>
              <a:t>Body Level Five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32" name="Google Shape;19;p4"/>
          <p:cNvSpPr/>
          <p:nvPr/>
        </p:nvSpPr>
        <p:spPr>
          <a:xfrm>
            <a:off x="-18301" y="-40626"/>
            <a:ext cx="768902" cy="3972602"/>
          </a:xfrm>
          <a:prstGeom prst="rect">
            <a:avLst/>
          </a:prstGeom>
          <a:solidFill>
            <a:schemeClr val="accent1"/>
          </a:solidFill>
          <a:ln w="12700">
            <a:miter lim="400000"/>
          </a:ln>
        </p:spPr>
        <p:txBody>
          <a:bodyPr lIns="45719" rIns="45719" anchor="ctr"/>
          <a:lstStyle/>
          <a:p>
            <a:pPr/>
          </a:p>
        </p:txBody>
      </p:sp>
      <p:sp>
        <p:nvSpPr>
          <p:cNvPr id="33" name="Body Level One…"/>
          <p:cNvSpPr txBox="1"/>
          <p:nvPr>
            <p:ph type="body" sz="half" idx="1"/>
          </p:nvPr>
        </p:nvSpPr>
        <p:spPr>
          <a:xfrm>
            <a:off x="5385249" y="1015950"/>
            <a:ext cx="2965501" cy="3416400"/>
          </a:xfrm>
          <a:prstGeom prst="rect">
            <a:avLst/>
          </a:prstGeom>
        </p:spPr>
        <p:txBody>
          <a:bodyPr anchor="ctr">
            <a:normAutofit fontScale="100000" lnSpcReduction="0"/>
          </a:bodyPr>
          <a:lstStyle>
            <a:lvl1pPr indent="-317500">
              <a:buSzPts val="1400"/>
              <a:defRPr sz="1400"/>
            </a:lvl1pPr>
            <a:lvl2pPr marL="914400" indent="-317500">
              <a:buSzPts val="1400"/>
              <a:defRPr sz="1400"/>
            </a:lvl2pPr>
            <a:lvl3pPr marL="1371600" indent="-317500">
              <a:buSzPts val="1400"/>
              <a:defRPr sz="1400"/>
            </a:lvl3pPr>
            <a:lvl4pPr marL="1828800" indent="-317500">
              <a:buSzPts val="1400"/>
              <a:defRPr sz="1400"/>
            </a:lvl4pPr>
            <a:lvl5pPr marL="2286000" indent="-317500">
              <a:buSzPts val="1400"/>
              <a:defRPr sz="1400"/>
            </a:lvl5pPr>
          </a:lstStyle>
          <a:p>
            <a:pPr/>
            <a:r>
              <a:t>Body Level One</a:t>
            </a:r>
          </a:p>
          <a:p>
            <a:pPr lvl="1"/>
            <a:r>
              <a:t>Body Level Two</a:t>
            </a:r>
          </a:p>
          <a:p>
            <a:pPr lvl="2"/>
            <a:r>
              <a:t>Body Level Three</a:t>
            </a:r>
          </a:p>
          <a:p>
            <a:pPr lvl="3"/>
            <a:r>
              <a:t>Body Level Four</a:t>
            </a:r>
          </a:p>
          <a:p>
            <a:pPr lvl="4"/>
            <a:r>
              <a:t>Body Level Five</a:t>
            </a:r>
          </a:p>
        </p:txBody>
      </p:sp>
      <p:sp>
        <p:nvSpPr>
          <p:cNvPr id="34" name="Title Text"/>
          <p:cNvSpPr txBox="1"/>
          <p:nvPr>
            <p:ph type="title"/>
          </p:nvPr>
        </p:nvSpPr>
        <p:spPr>
          <a:xfrm rot="16200000">
            <a:off x="-639250" y="1601225"/>
            <a:ext cx="2788800" cy="572701"/>
          </a:xfrm>
          <a:prstGeom prst="rect">
            <a:avLst/>
          </a:prstGeom>
        </p:spPr>
        <p:txBody>
          <a:bodyPr anchor="b">
            <a:normAutofit fontScale="100000" lnSpcReduction="0"/>
          </a:bodyPr>
          <a:lstStyle>
            <a:lvl1pPr algn="r"/>
          </a:lstStyle>
          <a:p>
            <a:pPr/>
            <a:r>
              <a:t>Title Text</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PTION_ONLY">
    <p:spTree>
      <p:nvGrpSpPr>
        <p:cNvPr id="1" name=""/>
        <p:cNvGrpSpPr/>
        <p:nvPr/>
      </p:nvGrpSpPr>
      <p:grpSpPr>
        <a:xfrm>
          <a:off x="0" y="0"/>
          <a:ext cx="0" cy="0"/>
          <a:chOff x="0" y="0"/>
          <a:chExt cx="0" cy="0"/>
        </a:xfrm>
      </p:grpSpPr>
      <p:sp>
        <p:nvSpPr>
          <p:cNvPr id="42" name="Body Level One…"/>
          <p:cNvSpPr txBox="1"/>
          <p:nvPr>
            <p:ph type="body" sz="quarter" idx="1"/>
          </p:nvPr>
        </p:nvSpPr>
        <p:spPr>
          <a:xfrm>
            <a:off x="5930824" y="4021675"/>
            <a:ext cx="2719801" cy="605101"/>
          </a:xfrm>
          <a:prstGeom prst="rect">
            <a:avLst/>
          </a:prstGeom>
        </p:spPr>
        <p:txBody>
          <a:bodyPr anchor="ctr">
            <a:normAutofit fontScale="100000" lnSpcReduction="0"/>
          </a:bodyPr>
          <a:lstStyle>
            <a:lvl1pPr marL="228600" indent="0">
              <a:buClrTx/>
              <a:buSzTx/>
              <a:buFontTx/>
              <a:buNone/>
              <a:defRPr sz="1400"/>
            </a:lvl1pPr>
            <a:lvl2pPr marL="914400" indent="-317500">
              <a:buClrTx/>
              <a:buSzPts val="1400"/>
              <a:buFontTx/>
              <a:defRPr sz="1400"/>
            </a:lvl2pPr>
            <a:lvl3pPr marL="1371600" indent="-317500">
              <a:buClrTx/>
              <a:buSzPts val="1400"/>
              <a:buFontTx/>
              <a:defRPr sz="1400"/>
            </a:lvl3pPr>
            <a:lvl4pPr marL="1828800" indent="-317500">
              <a:buClrTx/>
              <a:buSzPts val="1400"/>
              <a:buFontTx/>
              <a:defRPr sz="1400"/>
            </a:lvl4pPr>
            <a:lvl5pPr marL="2286000" indent="-317500">
              <a:buClrTx/>
              <a:buSzPts val="1400"/>
              <a:buFontTx/>
              <a:defRPr sz="1400"/>
            </a:lvl5pPr>
          </a:lstStyle>
          <a:p>
            <a:pPr/>
            <a:r>
              <a:t>Body Level One</a:t>
            </a:r>
          </a:p>
          <a:p>
            <a:pPr lvl="1"/>
            <a:r>
              <a:t>Body Level Two</a:t>
            </a:r>
          </a:p>
          <a:p>
            <a:pPr lvl="2"/>
            <a:r>
              <a:t>Body Level Three</a:t>
            </a:r>
          </a:p>
          <a:p>
            <a:pPr lvl="3"/>
            <a:r>
              <a:t>Body Level Four</a:t>
            </a:r>
          </a:p>
          <a:p>
            <a:pPr lvl="4"/>
            <a:r>
              <a:t>Body Level Five</a:t>
            </a:r>
          </a:p>
        </p:txBody>
      </p:sp>
      <p:sp>
        <p:nvSpPr>
          <p:cNvPr id="43" name="Google Shape;49;p10"/>
          <p:cNvSpPr/>
          <p:nvPr/>
        </p:nvSpPr>
        <p:spPr>
          <a:xfrm>
            <a:off x="-18301" y="-40626"/>
            <a:ext cx="768902" cy="3972602"/>
          </a:xfrm>
          <a:prstGeom prst="rect">
            <a:avLst/>
          </a:prstGeom>
          <a:solidFill>
            <a:schemeClr val="accent1"/>
          </a:solidFill>
          <a:ln w="12700">
            <a:miter lim="400000"/>
          </a:ln>
        </p:spPr>
        <p:txBody>
          <a:bodyPr lIns="45719" rIns="45719" anchor="ctr"/>
          <a:lstStyle/>
          <a:p>
            <a:pPr/>
          </a:p>
        </p:txBody>
      </p:sp>
      <p:sp>
        <p:nvSpPr>
          <p:cNvPr id="44" name="Title Text"/>
          <p:cNvSpPr txBox="1"/>
          <p:nvPr>
            <p:ph type="title"/>
          </p:nvPr>
        </p:nvSpPr>
        <p:spPr>
          <a:xfrm rot="16200000">
            <a:off x="-639250" y="1601225"/>
            <a:ext cx="2788800" cy="572701"/>
          </a:xfrm>
          <a:prstGeom prst="rect">
            <a:avLst/>
          </a:prstGeom>
        </p:spPr>
        <p:txBody>
          <a:bodyPr anchor="b">
            <a:normAutofit fontScale="100000" lnSpcReduction="0"/>
          </a:bodyPr>
          <a:lstStyle>
            <a:lvl1pPr algn="r"/>
          </a:lstStyle>
          <a:p>
            <a:pPr/>
            <a:r>
              <a:t>Title Text</a:t>
            </a:r>
          </a:p>
        </p:txBody>
      </p:sp>
      <p:sp>
        <p:nvSpPr>
          <p:cNvPr id="45" name="Google Shape;51;p10"/>
          <p:cNvSpPr/>
          <p:nvPr/>
        </p:nvSpPr>
        <p:spPr>
          <a:xfrm>
            <a:off x="378575" y="-85900"/>
            <a:ext cx="781801" cy="4699200"/>
          </a:xfrm>
          <a:prstGeom prst="rect">
            <a:avLst/>
          </a:prstGeom>
          <a:ln w="19050">
            <a:solidFill>
              <a:schemeClr val="accent2"/>
            </a:solidFill>
          </a:ln>
        </p:spPr>
        <p:txBody>
          <a:bodyPr lIns="45719" rIns="45719" anchor="ctr"/>
          <a:lstStyle/>
          <a:p>
            <a:pPr/>
          </a:p>
        </p:txBody>
      </p:sp>
      <p:sp>
        <p:nvSpPr>
          <p:cNvPr id="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_1_1">
    <p:spTree>
      <p:nvGrpSpPr>
        <p:cNvPr id="1" name=""/>
        <p:cNvGrpSpPr/>
        <p:nvPr/>
      </p:nvGrpSpPr>
      <p:grpSpPr>
        <a:xfrm>
          <a:off x="0" y="0"/>
          <a:ext cx="0" cy="0"/>
          <a:chOff x="0" y="0"/>
          <a:chExt cx="0" cy="0"/>
        </a:xfrm>
      </p:grpSpPr>
      <p:sp>
        <p:nvSpPr>
          <p:cNvPr id="60" name="Body Level One…"/>
          <p:cNvSpPr txBox="1"/>
          <p:nvPr>
            <p:ph type="body" idx="1"/>
          </p:nvPr>
        </p:nvSpPr>
        <p:spPr>
          <a:xfrm>
            <a:off x="1667924" y="538800"/>
            <a:ext cx="6839402" cy="3723900"/>
          </a:xfrm>
          <a:prstGeom prst="rect">
            <a:avLst/>
          </a:prstGeom>
        </p:spPr>
        <p:txBody>
          <a:bodyPr>
            <a:normAutofit fontScale="100000" lnSpcReduction="0"/>
          </a:bodyPr>
          <a:lstStyle>
            <a:lvl1pPr indent="-311150">
              <a:buSzPts val="1300"/>
              <a:defRPr sz="1300"/>
            </a:lvl1pPr>
            <a:lvl2pPr marL="914400" indent="-311150">
              <a:buSzPts val="1300"/>
              <a:defRPr sz="1300"/>
            </a:lvl2pPr>
            <a:lvl3pPr marL="1371600" indent="-311150">
              <a:buSzPts val="1300"/>
              <a:defRPr sz="1300"/>
            </a:lvl3pPr>
            <a:lvl4pPr marL="1828800" indent="-311150">
              <a:buSzPts val="1300"/>
              <a:defRPr sz="1300"/>
            </a:lvl4pPr>
            <a:lvl5pPr marL="2286000" indent="-311150">
              <a:buSzPts val="1300"/>
              <a:defRPr sz="1300"/>
            </a:lvl5pPr>
          </a:lstStyle>
          <a:p>
            <a:pPr/>
            <a:r>
              <a:t>Body Level One</a:t>
            </a:r>
          </a:p>
          <a:p>
            <a:pPr lvl="1"/>
            <a:r>
              <a:t>Body Level Two</a:t>
            </a:r>
          </a:p>
          <a:p>
            <a:pPr lvl="2"/>
            <a:r>
              <a:t>Body Level Three</a:t>
            </a:r>
          </a:p>
          <a:p>
            <a:pPr lvl="3"/>
            <a:r>
              <a:t>Body Level Four</a:t>
            </a:r>
          </a:p>
          <a:p>
            <a:pPr lvl="4"/>
            <a:r>
              <a:t>Body Level Five</a:t>
            </a:r>
          </a:p>
        </p:txBody>
      </p:sp>
      <p:sp>
        <p:nvSpPr>
          <p:cNvPr id="61" name="Google Shape;60;p13"/>
          <p:cNvSpPr/>
          <p:nvPr/>
        </p:nvSpPr>
        <p:spPr>
          <a:xfrm>
            <a:off x="-18301" y="-40626"/>
            <a:ext cx="768902" cy="5184002"/>
          </a:xfrm>
          <a:prstGeom prst="rect">
            <a:avLst/>
          </a:prstGeom>
          <a:solidFill>
            <a:schemeClr val="accent1"/>
          </a:solidFill>
          <a:ln w="12700">
            <a:miter lim="400000"/>
          </a:ln>
        </p:spPr>
        <p:txBody>
          <a:bodyPr lIns="45719" rIns="45719" anchor="ctr"/>
          <a:lstStyle/>
          <a:p>
            <a:pPr/>
          </a:p>
        </p:txBody>
      </p:sp>
      <p:sp>
        <p:nvSpPr>
          <p:cNvPr id="62" name="Title Text"/>
          <p:cNvSpPr txBox="1"/>
          <p:nvPr>
            <p:ph type="title"/>
          </p:nvPr>
        </p:nvSpPr>
        <p:spPr>
          <a:xfrm rot="16200000">
            <a:off x="-1228750" y="2190600"/>
            <a:ext cx="3967801" cy="572701"/>
          </a:xfrm>
          <a:prstGeom prst="rect">
            <a:avLst/>
          </a:prstGeom>
        </p:spPr>
        <p:txBody>
          <a:bodyPr anchor="b">
            <a:normAutofit fontScale="100000" lnSpcReduction="0"/>
          </a:bodyPr>
          <a:lstStyle>
            <a:lvl1pPr algn="r"/>
          </a:lstStyle>
          <a:p>
            <a:pPr/>
            <a:r>
              <a:t>Title Text</a:t>
            </a:r>
          </a:p>
        </p:txBody>
      </p:sp>
      <p:sp>
        <p:nvSpPr>
          <p:cNvPr id="63" name="Google Shape;62;p13"/>
          <p:cNvSpPr/>
          <p:nvPr/>
        </p:nvSpPr>
        <p:spPr>
          <a:xfrm>
            <a:off x="378575" y="-85900"/>
            <a:ext cx="781801" cy="4699200"/>
          </a:xfrm>
          <a:prstGeom prst="rect">
            <a:avLst/>
          </a:prstGeom>
          <a:ln w="19050">
            <a:solidFill>
              <a:schemeClr val="accent2"/>
            </a:solidFill>
          </a:ln>
        </p:spPr>
        <p:txBody>
          <a:bodyPr lIns="45719" rIns="45719" anchor="ctr"/>
          <a:lstStyle/>
          <a:p>
            <a:pP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_1">
    <p:spTree>
      <p:nvGrpSpPr>
        <p:cNvPr id="1" name=""/>
        <p:cNvGrpSpPr/>
        <p:nvPr/>
      </p:nvGrpSpPr>
      <p:grpSpPr>
        <a:xfrm>
          <a:off x="0" y="0"/>
          <a:ext cx="0" cy="0"/>
          <a:chOff x="0" y="0"/>
          <a:chExt cx="0" cy="0"/>
        </a:xfrm>
      </p:grpSpPr>
      <p:sp>
        <p:nvSpPr>
          <p:cNvPr id="71" name="Google Shape;64;p14"/>
          <p:cNvSpPr/>
          <p:nvPr/>
        </p:nvSpPr>
        <p:spPr>
          <a:xfrm>
            <a:off x="757125" y="695925"/>
            <a:ext cx="8386799" cy="4447500"/>
          </a:xfrm>
          <a:prstGeom prst="rect">
            <a:avLst/>
          </a:prstGeom>
          <a:solidFill>
            <a:schemeClr val="accent1"/>
          </a:solidFill>
          <a:ln w="12700">
            <a:miter lim="400000"/>
          </a:ln>
        </p:spPr>
        <p:txBody>
          <a:bodyPr lIns="45719" rIns="45719" anchor="ctr"/>
          <a:lstStyle/>
          <a:p>
            <a:pPr/>
          </a:p>
        </p:txBody>
      </p:sp>
      <p:sp>
        <p:nvSpPr>
          <p:cNvPr id="72" name="Google Shape;65;p14"/>
          <p:cNvSpPr/>
          <p:nvPr/>
        </p:nvSpPr>
        <p:spPr>
          <a:xfrm>
            <a:off x="378575" y="-85900"/>
            <a:ext cx="781801" cy="4699200"/>
          </a:xfrm>
          <a:prstGeom prst="rect">
            <a:avLst/>
          </a:prstGeom>
          <a:ln w="19050">
            <a:solidFill>
              <a:schemeClr val="accent2"/>
            </a:solidFill>
          </a:ln>
        </p:spPr>
        <p:txBody>
          <a:bodyPr lIns="45719" rIns="45719" anchor="ctr"/>
          <a:lstStyle/>
          <a:p>
            <a:pPr/>
          </a:p>
        </p:txBody>
      </p:sp>
      <p:sp>
        <p:nvSpPr>
          <p:cNvPr id="73" name="Title Text"/>
          <p:cNvSpPr txBox="1"/>
          <p:nvPr>
            <p:ph type="title"/>
          </p:nvPr>
        </p:nvSpPr>
        <p:spPr>
          <a:xfrm rot="16200000">
            <a:off x="-228851" y="1190799"/>
            <a:ext cx="1968002" cy="572702"/>
          </a:xfrm>
          <a:prstGeom prst="rect">
            <a:avLst/>
          </a:prstGeom>
        </p:spPr>
        <p:txBody>
          <a:bodyPr anchor="b">
            <a:normAutofit fontScale="100000" lnSpcReduction="0"/>
          </a:bodyPr>
          <a:lstStyle>
            <a:lvl1pPr algn="r"/>
          </a:lstStyle>
          <a:p>
            <a:pPr/>
            <a:r>
              <a:t>Title Text</a:t>
            </a:r>
          </a:p>
        </p:txBody>
      </p:sp>
      <p:sp>
        <p:nvSpPr>
          <p:cNvPr id="74" name="Body Level One…"/>
          <p:cNvSpPr txBox="1"/>
          <p:nvPr>
            <p:ph type="body" sz="quarter" idx="1"/>
          </p:nvPr>
        </p:nvSpPr>
        <p:spPr>
          <a:xfrm>
            <a:off x="1461556" y="3190275"/>
            <a:ext cx="1554601" cy="985501"/>
          </a:xfrm>
          <a:prstGeom prst="rect">
            <a:avLst/>
          </a:prstGeom>
        </p:spPr>
        <p:txBody>
          <a:bodyPr>
            <a:normAutofit fontScale="100000" lnSpcReduction="0"/>
          </a:bodyPr>
          <a:lstStyle>
            <a:lvl1pPr marL="342900" indent="-228600" algn="ctr">
              <a:buClrTx/>
              <a:buSzTx/>
              <a:buFontTx/>
              <a:buNone/>
              <a:defRPr sz="1400"/>
            </a:lvl1pPr>
            <a:lvl2pPr marL="342900" indent="254000" algn="ctr">
              <a:buClrTx/>
              <a:buSzTx/>
              <a:buFontTx/>
              <a:buNone/>
              <a:defRPr sz="1400"/>
            </a:lvl2pPr>
            <a:lvl3pPr marL="342900" indent="711200" algn="ctr">
              <a:buClrTx/>
              <a:buSzTx/>
              <a:buFontTx/>
              <a:buNone/>
              <a:defRPr sz="1400"/>
            </a:lvl3pPr>
            <a:lvl4pPr marL="342900" indent="1168400" algn="ctr">
              <a:buClrTx/>
              <a:buSzTx/>
              <a:buFontTx/>
              <a:buNone/>
              <a:defRPr sz="1400"/>
            </a:lvl4pPr>
            <a:lvl5pPr marL="342900" indent="1625600" algn="ctr">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_2_1">
    <p:bg>
      <p:bgPr>
        <a:solidFill>
          <a:schemeClr val="accent1"/>
        </a:solidFill>
      </p:bgPr>
    </p:bg>
    <p:spTree>
      <p:nvGrpSpPr>
        <p:cNvPr id="1" name=""/>
        <p:cNvGrpSpPr/>
        <p:nvPr/>
      </p:nvGrpSpPr>
      <p:grpSpPr>
        <a:xfrm>
          <a:off x="0" y="0"/>
          <a:ext cx="0" cy="0"/>
          <a:chOff x="0" y="0"/>
          <a:chExt cx="0" cy="0"/>
        </a:xfrm>
      </p:grpSpPr>
      <p:sp>
        <p:nvSpPr>
          <p:cNvPr id="82" name="Google Shape;91;p16"/>
          <p:cNvSpPr/>
          <p:nvPr/>
        </p:nvSpPr>
        <p:spPr>
          <a:xfrm>
            <a:off x="-18301" y="-40626"/>
            <a:ext cx="768902" cy="3972602"/>
          </a:xfrm>
          <a:prstGeom prst="rect">
            <a:avLst/>
          </a:prstGeom>
          <a:solidFill>
            <a:srgbClr val="FFFFFF"/>
          </a:solidFill>
          <a:ln w="12700">
            <a:miter lim="400000"/>
          </a:ln>
        </p:spPr>
        <p:txBody>
          <a:bodyPr lIns="45719" rIns="45719" anchor="ctr"/>
          <a:lstStyle/>
          <a:p>
            <a:pPr/>
          </a:p>
        </p:txBody>
      </p:sp>
      <p:sp>
        <p:nvSpPr>
          <p:cNvPr id="83" name="Title Text"/>
          <p:cNvSpPr txBox="1"/>
          <p:nvPr>
            <p:ph type="title"/>
          </p:nvPr>
        </p:nvSpPr>
        <p:spPr>
          <a:xfrm rot="16200000">
            <a:off x="-639250" y="1601225"/>
            <a:ext cx="2788800" cy="572701"/>
          </a:xfrm>
          <a:prstGeom prst="rect">
            <a:avLst/>
          </a:prstGeom>
        </p:spPr>
        <p:txBody>
          <a:bodyPr anchor="b">
            <a:normAutofit fontScale="100000" lnSpcReduction="0"/>
          </a:bodyPr>
          <a:lstStyle>
            <a:lvl1pPr algn="r"/>
          </a:lstStyle>
          <a:p>
            <a:pPr/>
            <a:r>
              <a:t>Title Text</a:t>
            </a:r>
          </a:p>
        </p:txBody>
      </p:sp>
      <p:sp>
        <p:nvSpPr>
          <p:cNvPr id="84" name="Body Level One…"/>
          <p:cNvSpPr txBox="1"/>
          <p:nvPr>
            <p:ph type="body" sz="quarter" idx="1"/>
          </p:nvPr>
        </p:nvSpPr>
        <p:spPr>
          <a:xfrm>
            <a:off x="2061768" y="2346200"/>
            <a:ext cx="1554601" cy="812701"/>
          </a:xfrm>
          <a:prstGeom prst="rect">
            <a:avLst/>
          </a:prstGeom>
        </p:spPr>
        <p:txBody>
          <a:bodyPr>
            <a:normAutofit fontScale="100000" lnSpcReduction="0"/>
          </a:bodyPr>
          <a:lstStyle>
            <a:lvl1pPr marL="342900" indent="-228600" algn="ctr">
              <a:buClrTx/>
              <a:buSzTx/>
              <a:buFontTx/>
              <a:buNone/>
              <a:defRPr sz="1400"/>
            </a:lvl1pPr>
            <a:lvl2pPr marL="342900" indent="254000" algn="ctr">
              <a:buClrTx/>
              <a:buSzTx/>
              <a:buFontTx/>
              <a:buNone/>
              <a:defRPr sz="1400"/>
            </a:lvl2pPr>
            <a:lvl3pPr marL="342900" indent="711200" algn="ctr">
              <a:buClrTx/>
              <a:buSzTx/>
              <a:buFontTx/>
              <a:buNone/>
              <a:defRPr sz="1400"/>
            </a:lvl3pPr>
            <a:lvl4pPr marL="342900" indent="1168400" algn="ctr">
              <a:buClrTx/>
              <a:buSzTx/>
              <a:buFontTx/>
              <a:buNone/>
              <a:defRPr sz="1400"/>
            </a:lvl4pPr>
            <a:lvl5pPr marL="342900" indent="1625600" algn="ctr">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_1_1">
    <p:spTree>
      <p:nvGrpSpPr>
        <p:cNvPr id="1" name=""/>
        <p:cNvGrpSpPr/>
        <p:nvPr/>
      </p:nvGrpSpPr>
      <p:grpSpPr>
        <a:xfrm>
          <a:off x="0" y="0"/>
          <a:ext cx="0" cy="0"/>
          <a:chOff x="0" y="0"/>
          <a:chExt cx="0" cy="0"/>
        </a:xfrm>
      </p:grpSpPr>
      <p:sp>
        <p:nvSpPr>
          <p:cNvPr id="92" name="Google Shape;113;p19"/>
          <p:cNvSpPr/>
          <p:nvPr/>
        </p:nvSpPr>
        <p:spPr>
          <a:xfrm>
            <a:off x="757125" y="588700"/>
            <a:ext cx="8386799" cy="4554600"/>
          </a:xfrm>
          <a:prstGeom prst="rect">
            <a:avLst/>
          </a:prstGeom>
          <a:solidFill>
            <a:schemeClr val="accent1"/>
          </a:solidFill>
          <a:ln w="12700">
            <a:miter lim="400000"/>
          </a:ln>
        </p:spPr>
        <p:txBody>
          <a:bodyPr lIns="45719" rIns="45719" anchor="ctr"/>
          <a:lstStyle/>
          <a:p>
            <a:pPr/>
          </a:p>
        </p:txBody>
      </p:sp>
      <p:sp>
        <p:nvSpPr>
          <p:cNvPr id="93" name="Google Shape;114;p19"/>
          <p:cNvSpPr/>
          <p:nvPr/>
        </p:nvSpPr>
        <p:spPr>
          <a:xfrm>
            <a:off x="378575" y="-85900"/>
            <a:ext cx="781801" cy="4699200"/>
          </a:xfrm>
          <a:prstGeom prst="rect">
            <a:avLst/>
          </a:prstGeom>
          <a:ln w="19050">
            <a:solidFill>
              <a:schemeClr val="accent2"/>
            </a:solidFill>
          </a:ln>
        </p:spPr>
        <p:txBody>
          <a:bodyPr lIns="45719" rIns="45719" anchor="ctr"/>
          <a:lstStyle/>
          <a:p>
            <a:pPr/>
          </a:p>
        </p:txBody>
      </p:sp>
      <p:sp>
        <p:nvSpPr>
          <p:cNvPr id="94" name="Title Text"/>
          <p:cNvSpPr txBox="1"/>
          <p:nvPr>
            <p:ph type="title"/>
          </p:nvPr>
        </p:nvSpPr>
        <p:spPr>
          <a:xfrm rot="16200000">
            <a:off x="-856450" y="1818375"/>
            <a:ext cx="3223201" cy="572701"/>
          </a:xfrm>
          <a:prstGeom prst="rect">
            <a:avLst/>
          </a:prstGeom>
        </p:spPr>
        <p:txBody>
          <a:bodyPr anchor="b">
            <a:normAutofit fontScale="100000" lnSpcReduction="0"/>
          </a:bodyPr>
          <a:lstStyle>
            <a:lvl1pPr algn="r"/>
          </a:lstStyle>
          <a:p>
            <a:pPr/>
            <a:r>
              <a:t>Title Text</a:t>
            </a:r>
          </a:p>
        </p:txBody>
      </p:sp>
      <p:sp>
        <p:nvSpPr>
          <p:cNvPr id="95" name="Body Level One…"/>
          <p:cNvSpPr txBox="1"/>
          <p:nvPr>
            <p:ph type="body" sz="quarter" idx="1"/>
          </p:nvPr>
        </p:nvSpPr>
        <p:spPr>
          <a:xfrm>
            <a:off x="2202300" y="1837450"/>
            <a:ext cx="1623901" cy="767701"/>
          </a:xfrm>
          <a:prstGeom prst="rect">
            <a:avLst/>
          </a:prstGeom>
        </p:spPr>
        <p:txBody>
          <a:bodyPr>
            <a:normAutofit fontScale="100000" lnSpcReduction="0"/>
          </a:bodyPr>
          <a:lstStyle>
            <a:lvl1pPr marL="342900" indent="-228600" algn="ctr">
              <a:buClrTx/>
              <a:buSzTx/>
              <a:buFontTx/>
              <a:buNone/>
              <a:defRPr sz="1400"/>
            </a:lvl1pPr>
            <a:lvl2pPr marL="342900" indent="254000" algn="ctr">
              <a:buClrTx/>
              <a:buSzTx/>
              <a:buFontTx/>
              <a:buNone/>
              <a:defRPr sz="1400"/>
            </a:lvl2pPr>
            <a:lvl3pPr marL="342900" indent="711200" algn="ctr">
              <a:buClrTx/>
              <a:buSzTx/>
              <a:buFontTx/>
              <a:buNone/>
              <a:defRPr sz="1400"/>
            </a:lvl3pPr>
            <a:lvl4pPr marL="342900" indent="1168400" algn="ctr">
              <a:buClrTx/>
              <a:buSzTx/>
              <a:buFontTx/>
              <a:buNone/>
              <a:defRPr sz="1400"/>
            </a:lvl4pPr>
            <a:lvl5pPr marL="342900" indent="1625600" algn="ctr">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9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solidFill>
          <a:srgbClr val="0E2A47"/>
        </a:solidFill>
      </p:bgPr>
    </p:bg>
    <p:spTree>
      <p:nvGrpSpPr>
        <p:cNvPr id="1" name=""/>
        <p:cNvGrpSpPr/>
        <p:nvPr/>
      </p:nvGrpSpPr>
      <p:grpSpPr>
        <a:xfrm>
          <a:off x="0" y="0"/>
          <a:ext cx="0" cy="0"/>
          <a:chOff x="0" y="0"/>
          <a:chExt cx="0" cy="0"/>
        </a:xfrm>
      </p:grpSpPr>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05978"/>
            <a:ext cx="8229600" cy="99417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2800" u="none">
          <a:solidFill>
            <a:schemeClr val="accent2"/>
          </a:solidFill>
          <a:uFillTx/>
          <a:latin typeface="Passion One"/>
          <a:ea typeface="Passion One"/>
          <a:cs typeface="Passion One"/>
          <a:sym typeface="Passion One"/>
        </a:defRPr>
      </a:lvl1pPr>
      <a:lvl2pPr marL="0" marR="0" indent="0" algn="l" defTabSz="914400" rtl="0" latinLnBrk="0">
        <a:lnSpc>
          <a:spcPct val="100000"/>
        </a:lnSpc>
        <a:spcBef>
          <a:spcPts val="0"/>
        </a:spcBef>
        <a:spcAft>
          <a:spcPts val="0"/>
        </a:spcAft>
        <a:buClrTx/>
        <a:buSzTx/>
        <a:buFontTx/>
        <a:buNone/>
        <a:tabLst/>
        <a:defRPr b="0" baseline="0" cap="none" i="0" spc="0" strike="noStrike" sz="2800" u="none">
          <a:solidFill>
            <a:schemeClr val="accent2"/>
          </a:solidFill>
          <a:uFillTx/>
          <a:latin typeface="Passion One"/>
          <a:ea typeface="Passion One"/>
          <a:cs typeface="Passion One"/>
          <a:sym typeface="Passion One"/>
        </a:defRPr>
      </a:lvl2pPr>
      <a:lvl3pPr marL="0" marR="0" indent="0" algn="l" defTabSz="914400" rtl="0" latinLnBrk="0">
        <a:lnSpc>
          <a:spcPct val="100000"/>
        </a:lnSpc>
        <a:spcBef>
          <a:spcPts val="0"/>
        </a:spcBef>
        <a:spcAft>
          <a:spcPts val="0"/>
        </a:spcAft>
        <a:buClrTx/>
        <a:buSzTx/>
        <a:buFontTx/>
        <a:buNone/>
        <a:tabLst/>
        <a:defRPr b="0" baseline="0" cap="none" i="0" spc="0" strike="noStrike" sz="2800" u="none">
          <a:solidFill>
            <a:schemeClr val="accent2"/>
          </a:solidFill>
          <a:uFillTx/>
          <a:latin typeface="Passion One"/>
          <a:ea typeface="Passion One"/>
          <a:cs typeface="Passion One"/>
          <a:sym typeface="Passion One"/>
        </a:defRPr>
      </a:lvl3pPr>
      <a:lvl4pPr marL="0" marR="0" indent="0" algn="l" defTabSz="914400" rtl="0" latinLnBrk="0">
        <a:lnSpc>
          <a:spcPct val="100000"/>
        </a:lnSpc>
        <a:spcBef>
          <a:spcPts val="0"/>
        </a:spcBef>
        <a:spcAft>
          <a:spcPts val="0"/>
        </a:spcAft>
        <a:buClrTx/>
        <a:buSzTx/>
        <a:buFontTx/>
        <a:buNone/>
        <a:tabLst/>
        <a:defRPr b="0" baseline="0" cap="none" i="0" spc="0" strike="noStrike" sz="2800" u="none">
          <a:solidFill>
            <a:schemeClr val="accent2"/>
          </a:solidFill>
          <a:uFillTx/>
          <a:latin typeface="Passion One"/>
          <a:ea typeface="Passion One"/>
          <a:cs typeface="Passion One"/>
          <a:sym typeface="Passion One"/>
        </a:defRPr>
      </a:lvl4pPr>
      <a:lvl5pPr marL="0" marR="0" indent="0" algn="l" defTabSz="914400" rtl="0" latinLnBrk="0">
        <a:lnSpc>
          <a:spcPct val="100000"/>
        </a:lnSpc>
        <a:spcBef>
          <a:spcPts val="0"/>
        </a:spcBef>
        <a:spcAft>
          <a:spcPts val="0"/>
        </a:spcAft>
        <a:buClrTx/>
        <a:buSzTx/>
        <a:buFontTx/>
        <a:buNone/>
        <a:tabLst/>
        <a:defRPr b="0" baseline="0" cap="none" i="0" spc="0" strike="noStrike" sz="2800" u="none">
          <a:solidFill>
            <a:schemeClr val="accent2"/>
          </a:solidFill>
          <a:uFillTx/>
          <a:latin typeface="Passion One"/>
          <a:ea typeface="Passion One"/>
          <a:cs typeface="Passion One"/>
          <a:sym typeface="Passion One"/>
        </a:defRPr>
      </a:lvl5pPr>
      <a:lvl6pPr marL="0" marR="0" indent="0" algn="l" defTabSz="914400" rtl="0" latinLnBrk="0">
        <a:lnSpc>
          <a:spcPct val="100000"/>
        </a:lnSpc>
        <a:spcBef>
          <a:spcPts val="0"/>
        </a:spcBef>
        <a:spcAft>
          <a:spcPts val="0"/>
        </a:spcAft>
        <a:buClrTx/>
        <a:buSzTx/>
        <a:buFontTx/>
        <a:buNone/>
        <a:tabLst/>
        <a:defRPr b="0" baseline="0" cap="none" i="0" spc="0" strike="noStrike" sz="2800" u="none">
          <a:solidFill>
            <a:schemeClr val="accent2"/>
          </a:solidFill>
          <a:uFillTx/>
          <a:latin typeface="Passion One"/>
          <a:ea typeface="Passion One"/>
          <a:cs typeface="Passion One"/>
          <a:sym typeface="Passion One"/>
        </a:defRPr>
      </a:lvl6pPr>
      <a:lvl7pPr marL="0" marR="0" indent="0" algn="l" defTabSz="914400" rtl="0" latinLnBrk="0">
        <a:lnSpc>
          <a:spcPct val="100000"/>
        </a:lnSpc>
        <a:spcBef>
          <a:spcPts val="0"/>
        </a:spcBef>
        <a:spcAft>
          <a:spcPts val="0"/>
        </a:spcAft>
        <a:buClrTx/>
        <a:buSzTx/>
        <a:buFontTx/>
        <a:buNone/>
        <a:tabLst/>
        <a:defRPr b="0" baseline="0" cap="none" i="0" spc="0" strike="noStrike" sz="2800" u="none">
          <a:solidFill>
            <a:schemeClr val="accent2"/>
          </a:solidFill>
          <a:uFillTx/>
          <a:latin typeface="Passion One"/>
          <a:ea typeface="Passion One"/>
          <a:cs typeface="Passion One"/>
          <a:sym typeface="Passion One"/>
        </a:defRPr>
      </a:lvl7pPr>
      <a:lvl8pPr marL="0" marR="0" indent="0" algn="l" defTabSz="914400" rtl="0" latinLnBrk="0">
        <a:lnSpc>
          <a:spcPct val="100000"/>
        </a:lnSpc>
        <a:spcBef>
          <a:spcPts val="0"/>
        </a:spcBef>
        <a:spcAft>
          <a:spcPts val="0"/>
        </a:spcAft>
        <a:buClrTx/>
        <a:buSzTx/>
        <a:buFontTx/>
        <a:buNone/>
        <a:tabLst/>
        <a:defRPr b="0" baseline="0" cap="none" i="0" spc="0" strike="noStrike" sz="2800" u="none">
          <a:solidFill>
            <a:schemeClr val="accent2"/>
          </a:solidFill>
          <a:uFillTx/>
          <a:latin typeface="Passion One"/>
          <a:ea typeface="Passion One"/>
          <a:cs typeface="Passion One"/>
          <a:sym typeface="Passion One"/>
        </a:defRPr>
      </a:lvl8pPr>
      <a:lvl9pPr marL="0" marR="0" indent="0" algn="l" defTabSz="914400" rtl="0" latinLnBrk="0">
        <a:lnSpc>
          <a:spcPct val="100000"/>
        </a:lnSpc>
        <a:spcBef>
          <a:spcPts val="0"/>
        </a:spcBef>
        <a:spcAft>
          <a:spcPts val="0"/>
        </a:spcAft>
        <a:buClrTx/>
        <a:buSzTx/>
        <a:buFontTx/>
        <a:buNone/>
        <a:tabLst/>
        <a:defRPr b="0" baseline="0" cap="none" i="0" spc="0" strike="noStrike" sz="2800" u="none">
          <a:solidFill>
            <a:schemeClr val="accent2"/>
          </a:solidFill>
          <a:uFillTx/>
          <a:latin typeface="Passion One"/>
          <a:ea typeface="Passion One"/>
          <a:cs typeface="Passion One"/>
          <a:sym typeface="Passion One"/>
        </a:defRPr>
      </a:lvl9pPr>
    </p:titleStyle>
    <p:bodyStyle>
      <a:lvl1pPr marL="457200" marR="0" indent="-342900" algn="l" defTabSz="914400" rtl="0" latinLnBrk="0">
        <a:lnSpc>
          <a:spcPct val="100000"/>
        </a:lnSpc>
        <a:spcBef>
          <a:spcPts val="0"/>
        </a:spcBef>
        <a:spcAft>
          <a:spcPts val="0"/>
        </a:spcAft>
        <a:buClr>
          <a:schemeClr val="accent2"/>
        </a:buClr>
        <a:buSzPts val="1800"/>
        <a:buFont typeface="Helvetica"/>
        <a:buChar char="●"/>
        <a:tabLst/>
        <a:defRPr b="0" baseline="0" cap="none" i="0" spc="0" strike="noStrike" sz="1800" u="none">
          <a:solidFill>
            <a:schemeClr val="accent2"/>
          </a:solidFill>
          <a:uFillTx/>
          <a:latin typeface="+mj-lt"/>
          <a:ea typeface="+mj-ea"/>
          <a:cs typeface="+mj-cs"/>
          <a:sym typeface="Arial"/>
        </a:defRPr>
      </a:lvl1pPr>
      <a:lvl2pPr marL="1005114" marR="0" indent="-408214" algn="l" defTabSz="914400" rtl="0" latinLnBrk="0">
        <a:lnSpc>
          <a:spcPct val="100000"/>
        </a:lnSpc>
        <a:spcBef>
          <a:spcPts val="0"/>
        </a:spcBef>
        <a:spcAft>
          <a:spcPts val="0"/>
        </a:spcAft>
        <a:buClr>
          <a:schemeClr val="accent2"/>
        </a:buClr>
        <a:buSzPts val="1800"/>
        <a:buFont typeface="Helvetica"/>
        <a:buChar char="○"/>
        <a:tabLst/>
        <a:defRPr b="0" baseline="0" cap="none" i="0" spc="0" strike="noStrike" sz="1800" u="none">
          <a:solidFill>
            <a:schemeClr val="accent2"/>
          </a:solidFill>
          <a:uFillTx/>
          <a:latin typeface="+mj-lt"/>
          <a:ea typeface="+mj-ea"/>
          <a:cs typeface="+mj-cs"/>
          <a:sym typeface="Arial"/>
        </a:defRPr>
      </a:lvl2pPr>
      <a:lvl3pPr marL="1462314" marR="0" indent="-408214" algn="l" defTabSz="914400" rtl="0" latinLnBrk="0">
        <a:lnSpc>
          <a:spcPct val="100000"/>
        </a:lnSpc>
        <a:spcBef>
          <a:spcPts val="0"/>
        </a:spcBef>
        <a:spcAft>
          <a:spcPts val="0"/>
        </a:spcAft>
        <a:buClr>
          <a:schemeClr val="accent2"/>
        </a:buClr>
        <a:buSzPts val="1800"/>
        <a:buFont typeface="Helvetica"/>
        <a:buChar char="■"/>
        <a:tabLst/>
        <a:defRPr b="0" baseline="0" cap="none" i="0" spc="0" strike="noStrike" sz="1800" u="none">
          <a:solidFill>
            <a:schemeClr val="accent2"/>
          </a:solidFill>
          <a:uFillTx/>
          <a:latin typeface="+mj-lt"/>
          <a:ea typeface="+mj-ea"/>
          <a:cs typeface="+mj-cs"/>
          <a:sym typeface="Arial"/>
        </a:defRPr>
      </a:lvl3pPr>
      <a:lvl4pPr marL="1919514" marR="0" indent="-408214" algn="l" defTabSz="914400" rtl="0" latinLnBrk="0">
        <a:lnSpc>
          <a:spcPct val="100000"/>
        </a:lnSpc>
        <a:spcBef>
          <a:spcPts val="0"/>
        </a:spcBef>
        <a:spcAft>
          <a:spcPts val="0"/>
        </a:spcAft>
        <a:buClr>
          <a:schemeClr val="accent2"/>
        </a:buClr>
        <a:buSzPts val="1800"/>
        <a:buFont typeface="Helvetica"/>
        <a:buChar char="●"/>
        <a:tabLst/>
        <a:defRPr b="0" baseline="0" cap="none" i="0" spc="0" strike="noStrike" sz="1800" u="none">
          <a:solidFill>
            <a:schemeClr val="accent2"/>
          </a:solidFill>
          <a:uFillTx/>
          <a:latin typeface="+mj-lt"/>
          <a:ea typeface="+mj-ea"/>
          <a:cs typeface="+mj-cs"/>
          <a:sym typeface="Arial"/>
        </a:defRPr>
      </a:lvl4pPr>
      <a:lvl5pPr marL="2376714" marR="0" indent="-408214" algn="l" defTabSz="914400" rtl="0" latinLnBrk="0">
        <a:lnSpc>
          <a:spcPct val="100000"/>
        </a:lnSpc>
        <a:spcBef>
          <a:spcPts val="0"/>
        </a:spcBef>
        <a:spcAft>
          <a:spcPts val="0"/>
        </a:spcAft>
        <a:buClr>
          <a:schemeClr val="accent2"/>
        </a:buClr>
        <a:buSzPts val="1800"/>
        <a:buFont typeface="Helvetica"/>
        <a:buChar char="○"/>
        <a:tabLst/>
        <a:defRPr b="0" baseline="0" cap="none" i="0" spc="0" strike="noStrike" sz="1800" u="none">
          <a:solidFill>
            <a:schemeClr val="accent2"/>
          </a:solidFill>
          <a:uFillTx/>
          <a:latin typeface="+mj-lt"/>
          <a:ea typeface="+mj-ea"/>
          <a:cs typeface="+mj-cs"/>
          <a:sym typeface="Arial"/>
        </a:defRPr>
      </a:lvl5pPr>
      <a:lvl6pPr marL="2833914" marR="0" indent="-408214" algn="l" defTabSz="914400" rtl="0" latinLnBrk="0">
        <a:lnSpc>
          <a:spcPct val="100000"/>
        </a:lnSpc>
        <a:spcBef>
          <a:spcPts val="0"/>
        </a:spcBef>
        <a:spcAft>
          <a:spcPts val="0"/>
        </a:spcAft>
        <a:buClr>
          <a:schemeClr val="accent2"/>
        </a:buClr>
        <a:buSzPts val="1800"/>
        <a:buFont typeface="Helvetica"/>
        <a:buChar char="■"/>
        <a:tabLst/>
        <a:defRPr b="0" baseline="0" cap="none" i="0" spc="0" strike="noStrike" sz="1800" u="none">
          <a:solidFill>
            <a:schemeClr val="accent2"/>
          </a:solidFill>
          <a:uFillTx/>
          <a:latin typeface="+mj-lt"/>
          <a:ea typeface="+mj-ea"/>
          <a:cs typeface="+mj-cs"/>
          <a:sym typeface="Arial"/>
        </a:defRPr>
      </a:lvl6pPr>
      <a:lvl7pPr marL="3291114" marR="0" indent="-408214" algn="l" defTabSz="914400" rtl="0" latinLnBrk="0">
        <a:lnSpc>
          <a:spcPct val="100000"/>
        </a:lnSpc>
        <a:spcBef>
          <a:spcPts val="0"/>
        </a:spcBef>
        <a:spcAft>
          <a:spcPts val="0"/>
        </a:spcAft>
        <a:buClr>
          <a:schemeClr val="accent2"/>
        </a:buClr>
        <a:buSzPts val="1800"/>
        <a:buFont typeface="Helvetica"/>
        <a:buChar char="●"/>
        <a:tabLst/>
        <a:defRPr b="0" baseline="0" cap="none" i="0" spc="0" strike="noStrike" sz="1800" u="none">
          <a:solidFill>
            <a:schemeClr val="accent2"/>
          </a:solidFill>
          <a:uFillTx/>
          <a:latin typeface="+mj-lt"/>
          <a:ea typeface="+mj-ea"/>
          <a:cs typeface="+mj-cs"/>
          <a:sym typeface="Arial"/>
        </a:defRPr>
      </a:lvl7pPr>
      <a:lvl8pPr marL="3748314" marR="0" indent="-408214" algn="l" defTabSz="914400" rtl="0" latinLnBrk="0">
        <a:lnSpc>
          <a:spcPct val="100000"/>
        </a:lnSpc>
        <a:spcBef>
          <a:spcPts val="0"/>
        </a:spcBef>
        <a:spcAft>
          <a:spcPts val="0"/>
        </a:spcAft>
        <a:buClr>
          <a:schemeClr val="accent2"/>
        </a:buClr>
        <a:buSzPts val="1800"/>
        <a:buFont typeface="Helvetica"/>
        <a:buChar char="○"/>
        <a:tabLst/>
        <a:defRPr b="0" baseline="0" cap="none" i="0" spc="0" strike="noStrike" sz="1800" u="none">
          <a:solidFill>
            <a:schemeClr val="accent2"/>
          </a:solidFill>
          <a:uFillTx/>
          <a:latin typeface="+mj-lt"/>
          <a:ea typeface="+mj-ea"/>
          <a:cs typeface="+mj-cs"/>
          <a:sym typeface="Arial"/>
        </a:defRPr>
      </a:lvl8pPr>
      <a:lvl9pPr marL="4205514" marR="0" indent="-408214" algn="l" defTabSz="914400" rtl="0" latinLnBrk="0">
        <a:lnSpc>
          <a:spcPct val="100000"/>
        </a:lnSpc>
        <a:spcBef>
          <a:spcPts val="0"/>
        </a:spcBef>
        <a:spcAft>
          <a:spcPts val="0"/>
        </a:spcAft>
        <a:buClr>
          <a:schemeClr val="accent2"/>
        </a:buClr>
        <a:buSzPts val="1800"/>
        <a:buFont typeface="Helvetica"/>
        <a:buChar char="■"/>
        <a:tabLst/>
        <a:defRPr b="0" baseline="0" cap="none" i="0" spc="0" strike="noStrike" sz="1800" u="none">
          <a:solidFill>
            <a:schemeClr val="accent2"/>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eg"/><Relationship Id="rId3" Type="http://schemas.openxmlformats.org/officeDocument/2006/relationships/image" Target="../media/image2.jpeg"/></Relationships>

</file>

<file path=ppt/slides/_rels/slide13.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eg"/><Relationship Id="rId3" Type="http://schemas.openxmlformats.org/officeDocument/2006/relationships/image" Target="../media/image4.jpeg"/></Relationships>

</file>

<file path=ppt/slides/_rels/slide15.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journals.lww.com/jcejournal/Abstract/2022/04000/Review_of_Advanced_Techniques_for_Data_Security.10.aspx?context=LatestArticles" TargetMode="External"/><Relationship Id="rId3" Type="http://schemas.openxmlformats.org/officeDocument/2006/relationships/hyperlink" Target="https://www.hindawi.com/journals/cin/2022/8303504/" TargetMode="External"/><Relationship Id="rId4" Type="http://schemas.openxmlformats.org/officeDocument/2006/relationships/hyperlink" Target="https://www.mdpi.com/2073-8994/14/4/695" TargetMode="Externa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Google Shape;186;p29"/>
          <p:cNvSpPr txBox="1"/>
          <p:nvPr>
            <p:ph type="ctrTitle"/>
          </p:nvPr>
        </p:nvSpPr>
        <p:spPr>
          <a:xfrm>
            <a:off x="312931" y="346727"/>
            <a:ext cx="3716143" cy="885330"/>
          </a:xfrm>
          <a:prstGeom prst="rect">
            <a:avLst/>
          </a:prstGeom>
        </p:spPr>
        <p:txBody>
          <a:bodyPr/>
          <a:lstStyle>
            <a:lvl1pPr defTabSz="457200">
              <a:defRPr sz="3300"/>
            </a:lvl1pPr>
          </a:lstStyle>
          <a:p>
            <a:pPr/>
            <a:r>
              <a:t>Secure Messenger</a:t>
            </a:r>
          </a:p>
        </p:txBody>
      </p:sp>
      <p:sp>
        <p:nvSpPr>
          <p:cNvPr id="113" name="Google Shape;187;p29"/>
          <p:cNvSpPr txBox="1"/>
          <p:nvPr>
            <p:ph type="subTitle" sz="quarter" idx="1"/>
          </p:nvPr>
        </p:nvSpPr>
        <p:spPr>
          <a:xfrm>
            <a:off x="241494" y="3616685"/>
            <a:ext cx="3716143" cy="1180089"/>
          </a:xfrm>
          <a:prstGeom prst="rect">
            <a:avLst/>
          </a:prstGeom>
        </p:spPr>
        <p:txBody>
          <a:bodyPr/>
          <a:lstStyle/>
          <a:p>
            <a:pPr marL="0" indent="0" defTabSz="896111">
              <a:defRPr b="1" sz="1372">
                <a:solidFill>
                  <a:schemeClr val="accent2"/>
                </a:solidFill>
              </a:defRPr>
            </a:pPr>
            <a:r>
              <a:t>Presented by:</a:t>
            </a:r>
          </a:p>
          <a:p>
            <a:pPr marL="0" indent="0" algn="just" defTabSz="896111">
              <a:defRPr sz="1372">
                <a:solidFill>
                  <a:srgbClr val="595959"/>
                </a:solidFill>
              </a:defRPr>
            </a:pPr>
            <a:r>
              <a:t>MITU21BTIT0042 Omkar Rasal.</a:t>
            </a:r>
          </a:p>
          <a:p>
            <a:pPr marL="0" indent="0" algn="just" defTabSz="896111">
              <a:defRPr sz="1372">
                <a:solidFill>
                  <a:srgbClr val="595959"/>
                </a:solidFill>
              </a:defRPr>
            </a:pPr>
            <a:r>
              <a:t>MITU21BTIT0005 Ajinkya Sathe.</a:t>
            </a:r>
          </a:p>
          <a:p>
            <a:pPr marL="0" indent="0" algn="just" defTabSz="896111">
              <a:defRPr sz="1372">
                <a:solidFill>
                  <a:srgbClr val="595959"/>
                </a:solidFill>
              </a:defRPr>
            </a:pPr>
            <a:r>
              <a:t>MITU21BTIT0061 Tanvi Bodke.</a:t>
            </a:r>
          </a:p>
          <a:p>
            <a:pPr marL="0" indent="0" algn="just" defTabSz="896111">
              <a:defRPr sz="1372">
                <a:solidFill>
                  <a:srgbClr val="595959"/>
                </a:solidFill>
              </a:defRPr>
            </a:pPr>
            <a:r>
              <a:t>MITU21BTIT0048 Prathamesh Panchmire.</a:t>
            </a:r>
          </a:p>
        </p:txBody>
      </p:sp>
      <p:sp>
        <p:nvSpPr>
          <p:cNvPr id="114" name="Google Shape;187;p29"/>
          <p:cNvSpPr txBox="1"/>
          <p:nvPr/>
        </p:nvSpPr>
        <p:spPr>
          <a:xfrm>
            <a:off x="2192432" y="2116587"/>
            <a:ext cx="2151221" cy="5834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b="1">
                <a:solidFill>
                  <a:schemeClr val="accent2"/>
                </a:solidFill>
              </a:defRPr>
            </a:pPr>
            <a:r>
              <a:t>Under the guidance of: </a:t>
            </a:r>
            <a:r>
              <a:rPr b="0">
                <a:solidFill>
                  <a:srgbClr val="595959"/>
                </a:solidFill>
              </a:rPr>
              <a:t>Prof. </a:t>
            </a:r>
            <a:r>
              <a:rPr b="0">
                <a:solidFill>
                  <a:srgbClr val="595959"/>
                </a:solidFill>
              </a:rPr>
              <a:t>Ishawari Raskar</a:t>
            </a:r>
          </a:p>
        </p:txBody>
      </p:sp>
      <p:pic>
        <p:nvPicPr>
          <p:cNvPr id="115" name="icon.png" descr="icon.png"/>
          <p:cNvPicPr>
            <a:picLocks noChangeAspect="1"/>
          </p:cNvPicPr>
          <p:nvPr/>
        </p:nvPicPr>
        <p:blipFill>
          <a:blip r:embed="rId2">
            <a:extLst/>
          </a:blip>
          <a:srcRect l="3427" t="10929" r="0" b="0"/>
          <a:stretch>
            <a:fillRect/>
          </a:stretch>
        </p:blipFill>
        <p:spPr>
          <a:xfrm>
            <a:off x="6226260" y="1842293"/>
            <a:ext cx="1407578" cy="1298227"/>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Google Shape;217;p32"/>
          <p:cNvSpPr/>
          <p:nvPr/>
        </p:nvSpPr>
        <p:spPr>
          <a:xfrm rot="5400000">
            <a:off x="4670361" y="-3292346"/>
            <a:ext cx="536083" cy="7712727"/>
          </a:xfrm>
          <a:prstGeom prst="rect">
            <a:avLst/>
          </a:prstGeom>
          <a:ln w="19050">
            <a:solidFill>
              <a:schemeClr val="accent2"/>
            </a:solidFill>
          </a:ln>
        </p:spPr>
        <p:txBody>
          <a:bodyPr lIns="45719" rIns="45719" anchor="ctr"/>
          <a:lstStyle/>
          <a:p>
            <a:pPr/>
          </a:p>
        </p:txBody>
      </p:sp>
      <p:sp>
        <p:nvSpPr>
          <p:cNvPr id="118" name="Google Shape;220;p32"/>
          <p:cNvSpPr txBox="1"/>
          <p:nvPr>
            <p:ph type="title"/>
          </p:nvPr>
        </p:nvSpPr>
        <p:spPr>
          <a:xfrm>
            <a:off x="3588294" y="350241"/>
            <a:ext cx="1967410" cy="572702"/>
          </a:xfrm>
          <a:prstGeom prst="rect">
            <a:avLst/>
          </a:prstGeom>
        </p:spPr>
        <p:txBody>
          <a:bodyPr/>
          <a:lstStyle>
            <a:lvl1pPr defTabSz="640079">
              <a:defRPr sz="2520"/>
            </a:lvl1pPr>
          </a:lstStyle>
          <a:p>
            <a:pPr/>
            <a:r>
              <a:t>CONTENTS</a:t>
            </a:r>
          </a:p>
        </p:txBody>
      </p:sp>
      <p:pic>
        <p:nvPicPr>
          <p:cNvPr id="119" name="Picture 2" descr="Picture 2"/>
          <p:cNvPicPr>
            <a:picLocks noChangeAspect="1"/>
          </p:cNvPicPr>
          <p:nvPr/>
        </p:nvPicPr>
        <p:blipFill>
          <a:blip r:embed="rId2">
            <a:extLst/>
          </a:blip>
          <a:stretch>
            <a:fillRect/>
          </a:stretch>
        </p:blipFill>
        <p:spPr>
          <a:xfrm>
            <a:off x="2981703" y="1236550"/>
            <a:ext cx="3913400" cy="3610974"/>
          </a:xfrm>
          <a:prstGeom prst="rect">
            <a:avLst/>
          </a:prstGeom>
          <a:ln w="12700">
            <a:miter lim="400000"/>
          </a:ln>
        </p:spPr>
      </p:pic>
      <p:sp>
        <p:nvSpPr>
          <p:cNvPr id="120" name="Google Shape;219;p32"/>
          <p:cNvSpPr txBox="1"/>
          <p:nvPr>
            <p:ph type="body" sz="quarter" idx="1"/>
          </p:nvPr>
        </p:nvSpPr>
        <p:spPr>
          <a:xfrm>
            <a:off x="951455" y="1485877"/>
            <a:ext cx="2617541" cy="2928639"/>
          </a:xfrm>
          <a:prstGeom prst="rect">
            <a:avLst/>
          </a:prstGeom>
        </p:spPr>
        <p:txBody>
          <a:bodyPr/>
          <a:lstStyle/>
          <a:p>
            <a:pPr marL="342900" indent="-342900">
              <a:spcBef>
                <a:spcPts val="1600"/>
              </a:spcBef>
            </a:pPr>
            <a:r>
              <a:t>Introduction</a:t>
            </a:r>
          </a:p>
          <a:p>
            <a:pPr marL="342900" indent="-342900">
              <a:spcBef>
                <a:spcPts val="1600"/>
              </a:spcBef>
            </a:pPr>
            <a:r>
              <a:t>Problem Statement</a:t>
            </a:r>
          </a:p>
          <a:p>
            <a:pPr marL="342900" indent="-342900">
              <a:spcBef>
                <a:spcPts val="1600"/>
              </a:spcBef>
            </a:pPr>
            <a:r>
              <a:t>Objective </a:t>
            </a:r>
          </a:p>
          <a:p>
            <a:pPr marL="342900" indent="-342900">
              <a:spcBef>
                <a:spcPts val="1600"/>
              </a:spcBef>
            </a:pPr>
            <a:r>
              <a:t>Concepts &amp; Methods</a:t>
            </a:r>
          </a:p>
          <a:p>
            <a:pPr marL="342900" indent="-342900">
              <a:spcBef>
                <a:spcPts val="1600"/>
              </a:spcBef>
            </a:pPr>
            <a:r>
              <a:t>Literature Survey</a:t>
            </a:r>
          </a:p>
          <a:p>
            <a:pPr marL="342900" indent="-342900">
              <a:spcBef>
                <a:spcPts val="1600"/>
              </a:spcBef>
            </a:pPr>
            <a:r>
              <a:t>Tools &amp; Languages</a:t>
            </a:r>
          </a:p>
        </p:txBody>
      </p:sp>
      <p:sp>
        <p:nvSpPr>
          <p:cNvPr id="121" name="Google Shape;219;p32"/>
          <p:cNvSpPr txBox="1"/>
          <p:nvPr/>
        </p:nvSpPr>
        <p:spPr>
          <a:xfrm>
            <a:off x="6696040" y="1947278"/>
            <a:ext cx="2617541" cy="20058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marL="342900" indent="-342900">
              <a:spcBef>
                <a:spcPts val="1600"/>
              </a:spcBef>
              <a:buClr>
                <a:schemeClr val="accent2"/>
              </a:buClr>
              <a:buSzPts val="1400"/>
              <a:buFont typeface="Helvetica"/>
              <a:buChar char="●"/>
              <a:defRPr>
                <a:solidFill>
                  <a:schemeClr val="accent2"/>
                </a:solidFill>
              </a:defRPr>
            </a:pPr>
            <a:r>
              <a:t>Process &amp; Architecture</a:t>
            </a:r>
          </a:p>
          <a:p>
            <a:pPr marL="342900" indent="-342900">
              <a:spcBef>
                <a:spcPts val="1600"/>
              </a:spcBef>
              <a:buClr>
                <a:schemeClr val="accent2"/>
              </a:buClr>
              <a:buSzPts val="1400"/>
              <a:buFont typeface="Helvetica"/>
              <a:buChar char="●"/>
              <a:defRPr>
                <a:solidFill>
                  <a:schemeClr val="accent2"/>
                </a:solidFill>
              </a:defRPr>
            </a:pPr>
            <a:r>
              <a:t>Implementation</a:t>
            </a:r>
          </a:p>
          <a:p>
            <a:pPr marL="342900" indent="-342900">
              <a:spcBef>
                <a:spcPts val="1600"/>
              </a:spcBef>
              <a:buClr>
                <a:schemeClr val="accent2"/>
              </a:buClr>
              <a:buSzPts val="1400"/>
              <a:buFont typeface="Helvetica"/>
              <a:buChar char="●"/>
              <a:defRPr>
                <a:solidFill>
                  <a:schemeClr val="accent2"/>
                </a:solidFill>
              </a:defRPr>
            </a:pPr>
            <a:r>
              <a:t>Results</a:t>
            </a:r>
          </a:p>
          <a:p>
            <a:pPr marL="342900" indent="-342900">
              <a:spcBef>
                <a:spcPts val="1600"/>
              </a:spcBef>
              <a:buClr>
                <a:schemeClr val="accent2"/>
              </a:buClr>
              <a:buSzPts val="1400"/>
              <a:buFont typeface="Helvetica"/>
              <a:buChar char="●"/>
              <a:defRPr>
                <a:solidFill>
                  <a:schemeClr val="accent2"/>
                </a:solidFill>
              </a:defRPr>
            </a:pPr>
            <a:r>
              <a:t>Conclusion &amp; Future work</a:t>
            </a:r>
          </a:p>
          <a:p>
            <a:pPr marL="342900" indent="-342900">
              <a:spcBef>
                <a:spcPts val="1600"/>
              </a:spcBef>
              <a:buClr>
                <a:schemeClr val="accent2"/>
              </a:buClr>
              <a:buSzPts val="1400"/>
              <a:buFont typeface="Helvetica"/>
              <a:buChar char="●"/>
              <a:defRPr>
                <a:solidFill>
                  <a:schemeClr val="accent2"/>
                </a:solidFill>
              </a:defRPr>
            </a:pPr>
            <a:r>
              <a:t>References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Rectangle 3"/>
          <p:cNvSpPr/>
          <p:nvPr/>
        </p:nvSpPr>
        <p:spPr>
          <a:xfrm>
            <a:off x="0" y="0"/>
            <a:ext cx="9144000" cy="5143500"/>
          </a:xfrm>
          <a:prstGeom prst="rect">
            <a:avLst/>
          </a:prstGeom>
          <a:solidFill>
            <a:schemeClr val="accent1"/>
          </a:solidFill>
          <a:ln w="25400">
            <a:solidFill>
              <a:schemeClr val="accent1"/>
            </a:solidFill>
          </a:ln>
        </p:spPr>
        <p:txBody>
          <a:bodyPr lIns="45719" rIns="45719" anchor="ctr"/>
          <a:lstStyle/>
          <a:p>
            <a:pPr algn="ctr">
              <a:defRPr>
                <a:solidFill>
                  <a:srgbClr val="FFFFFF"/>
                </a:solidFill>
              </a:defRPr>
            </a:pPr>
          </a:p>
        </p:txBody>
      </p:sp>
      <p:sp>
        <p:nvSpPr>
          <p:cNvPr id="124" name="Google Shape;233;p33"/>
          <p:cNvSpPr txBox="1"/>
          <p:nvPr>
            <p:ph type="body" sz="quarter" idx="1"/>
          </p:nvPr>
        </p:nvSpPr>
        <p:spPr>
          <a:xfrm>
            <a:off x="704875" y="3039299"/>
            <a:ext cx="3099000" cy="717601"/>
          </a:xfrm>
          <a:prstGeom prst="rect">
            <a:avLst/>
          </a:prstGeom>
        </p:spPr>
        <p:txBody>
          <a:bodyPr/>
          <a:lstStyle>
            <a:lvl1pPr marL="0" indent="0"/>
          </a:lstStyle>
          <a:p>
            <a:pPr/>
            <a:r>
              <a:t>You could enter here a subtitle if you need it</a:t>
            </a:r>
          </a:p>
        </p:txBody>
      </p:sp>
      <p:sp>
        <p:nvSpPr>
          <p:cNvPr id="125" name="Google Shape;232;p33"/>
          <p:cNvSpPr txBox="1"/>
          <p:nvPr>
            <p:ph type="title"/>
          </p:nvPr>
        </p:nvSpPr>
        <p:spPr>
          <a:xfrm>
            <a:off x="378549" y="334199"/>
            <a:ext cx="2786131" cy="717601"/>
          </a:xfrm>
          <a:prstGeom prst="rect">
            <a:avLst/>
          </a:prstGeom>
        </p:spPr>
        <p:txBody>
          <a:bodyPr/>
          <a:lstStyle>
            <a:lvl1pPr defTabSz="676655">
              <a:defRPr sz="2664"/>
            </a:lvl1pPr>
          </a:lstStyle>
          <a:p>
            <a:pPr/>
            <a:r>
              <a:t>INTRODUCTION</a:t>
            </a:r>
          </a:p>
        </p:txBody>
      </p:sp>
      <p:sp>
        <p:nvSpPr>
          <p:cNvPr id="126" name="Google Shape;235;p33"/>
          <p:cNvSpPr/>
          <p:nvPr/>
        </p:nvSpPr>
        <p:spPr>
          <a:xfrm>
            <a:off x="378550" y="2530749"/>
            <a:ext cx="3316500" cy="1758302"/>
          </a:xfrm>
          <a:prstGeom prst="rect">
            <a:avLst/>
          </a:prstGeom>
          <a:ln w="19050">
            <a:solidFill>
              <a:schemeClr val="accent2"/>
            </a:solidFill>
          </a:ln>
        </p:spPr>
        <p:txBody>
          <a:bodyPr lIns="45719" rIns="45719" anchor="ctr"/>
          <a:lstStyle/>
          <a:p>
            <a:pPr/>
          </a:p>
        </p:txBody>
      </p:sp>
      <p:sp>
        <p:nvSpPr>
          <p:cNvPr id="127" name="Rectangle 5"/>
          <p:cNvSpPr/>
          <p:nvPr/>
        </p:nvSpPr>
        <p:spPr>
          <a:xfrm>
            <a:off x="308635" y="2202179"/>
            <a:ext cx="7037045" cy="2705101"/>
          </a:xfrm>
          <a:prstGeom prst="rect">
            <a:avLst/>
          </a:prstGeom>
          <a:solidFill>
            <a:schemeClr val="accent1"/>
          </a:solidFill>
          <a:ln w="25400">
            <a:solidFill>
              <a:schemeClr val="accent1"/>
            </a:solidFill>
          </a:ln>
        </p:spPr>
        <p:txBody>
          <a:bodyPr lIns="45719" rIns="45719" anchor="ctr"/>
          <a:lstStyle/>
          <a:p>
            <a:pPr algn="ctr">
              <a:defRPr>
                <a:solidFill>
                  <a:srgbClr val="FFFFFF"/>
                </a:solidFill>
              </a:defRPr>
            </a:pPr>
          </a:p>
        </p:txBody>
      </p:sp>
      <p:sp>
        <p:nvSpPr>
          <p:cNvPr id="128" name="Rectangle 4"/>
          <p:cNvSpPr/>
          <p:nvPr/>
        </p:nvSpPr>
        <p:spPr>
          <a:xfrm>
            <a:off x="833756" y="1394965"/>
            <a:ext cx="7679840" cy="2705101"/>
          </a:xfrm>
          <a:prstGeom prst="rect">
            <a:avLst/>
          </a:prstGeom>
          <a:solidFill>
            <a:srgbClr val="FFFFFF"/>
          </a:solidFill>
          <a:ln w="25400">
            <a:solidFill>
              <a:srgbClr val="FFFFFF"/>
            </a:solidFill>
          </a:ln>
        </p:spPr>
        <p:txBody>
          <a:bodyPr lIns="45719" rIns="45719" anchor="ctr"/>
          <a:lstStyle/>
          <a:p>
            <a:pPr algn="ctr">
              <a:defRPr>
                <a:solidFill>
                  <a:srgbClr val="FFFFFF"/>
                </a:solidFill>
              </a:defRPr>
            </a:pPr>
          </a:p>
        </p:txBody>
      </p:sp>
      <p:sp>
        <p:nvSpPr>
          <p:cNvPr id="129" name="Google Shape;193;p30"/>
          <p:cNvSpPr txBox="1"/>
          <p:nvPr/>
        </p:nvSpPr>
        <p:spPr>
          <a:xfrm>
            <a:off x="1170103" y="1859015"/>
            <a:ext cx="6935056" cy="206279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marL="342900" indent="-685800" algn="just">
              <a:lnSpc>
                <a:spcPct val="107000"/>
              </a:lnSpc>
              <a:spcBef>
                <a:spcPts val="800"/>
              </a:spcBef>
              <a:defRPr>
                <a:solidFill>
                  <a:schemeClr val="accent2"/>
                </a:solidFill>
              </a:defRPr>
            </a:lvl1pPr>
          </a:lstStyle>
          <a:p>
            <a:pPr/>
            <a:r>
              <a:t>Secure messenger is a source and medium of communication that, if packaged in a practical and sophisticated way, will be able to provide solutions to the security of communication media as well as to supply impetus for user’s interest and safety outcomes. Secure Messenger is two-way chatting application with features of high level Encryption – Decryption. This application is secured as it uses  chat Encryption-Decryption using Cryptography Algorithms. Also this application allows users to communicate over cloud environment.</a:t>
            </a:r>
            <a:endParaRPr sz="1800"/>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Google Shape;193;p30"/>
          <p:cNvSpPr txBox="1"/>
          <p:nvPr>
            <p:ph type="body" sz="half" idx="1"/>
          </p:nvPr>
        </p:nvSpPr>
        <p:spPr>
          <a:xfrm>
            <a:off x="1546003" y="1168319"/>
            <a:ext cx="6935056" cy="2474042"/>
          </a:xfrm>
          <a:prstGeom prst="rect">
            <a:avLst/>
          </a:prstGeom>
        </p:spPr>
        <p:txBody>
          <a:bodyPr/>
          <a:lstStyle/>
          <a:p>
            <a:pPr marL="242887" indent="-242887" defTabSz="777240">
              <a:buClr>
                <a:srgbClr val="000000"/>
              </a:buClr>
              <a:buSzPct val="113000"/>
              <a:buFont typeface="Arial"/>
              <a:buChar char="•"/>
              <a:defRPr sz="1190"/>
            </a:pPr>
          </a:p>
          <a:p>
            <a:pPr marL="388620" indent="-264477" algn="just" defTabSz="777240">
              <a:lnSpc>
                <a:spcPct val="107000"/>
              </a:lnSpc>
              <a:spcBef>
                <a:spcPts val="600"/>
              </a:spcBef>
              <a:buSzPts val="1100"/>
              <a:defRPr sz="1190"/>
            </a:pPr>
            <a:r>
              <a:t>In today’s increasing technology there are several applications which provides a digital platform for communication but didn’t provide the security for our data as well as for our personal details. </a:t>
            </a:r>
          </a:p>
          <a:p>
            <a:pPr marL="388620" indent="-264477" algn="just" defTabSz="777240">
              <a:lnSpc>
                <a:spcPct val="107000"/>
              </a:lnSpc>
              <a:spcBef>
                <a:spcPts val="600"/>
              </a:spcBef>
              <a:buSzPts val="1100"/>
              <a:defRPr sz="1190"/>
            </a:pPr>
            <a:r>
              <a:t>Also, there is a problem related to storage consumption as many of the applications are storage consuming and it causes unnecessary flooding of files in our device which cause to lack of storage space and may have to use third party applications to storage that junk on the cloud. </a:t>
            </a:r>
          </a:p>
          <a:p>
            <a:pPr marL="388620" indent="-264477" algn="just" defTabSz="777240">
              <a:lnSpc>
                <a:spcPct val="107000"/>
              </a:lnSpc>
              <a:spcBef>
                <a:spcPts val="600"/>
              </a:spcBef>
              <a:buSzPts val="1100"/>
              <a:defRPr sz="1190"/>
            </a:pPr>
            <a:r>
              <a:t>Many times, the device got stolen and user is unable to recover the data as well as when device got stolen, users are unable to logout their accounts from the previous devices. So, by considering all these problems we have come up with a solution named as Secure Messenger.</a:t>
            </a:r>
          </a:p>
        </p:txBody>
      </p:sp>
      <p:sp>
        <p:nvSpPr>
          <p:cNvPr id="132" name="Google Shape;194;p30"/>
          <p:cNvSpPr txBox="1"/>
          <p:nvPr>
            <p:ph type="title"/>
          </p:nvPr>
        </p:nvSpPr>
        <p:spPr>
          <a:xfrm>
            <a:off x="777239" y="389879"/>
            <a:ext cx="4251961" cy="572702"/>
          </a:xfrm>
          <a:prstGeom prst="rect">
            <a:avLst/>
          </a:prstGeom>
        </p:spPr>
        <p:txBody>
          <a:bodyPr/>
          <a:lstStyle>
            <a:lvl1pPr defTabSz="640079">
              <a:defRPr sz="2520"/>
            </a:lvl1pPr>
          </a:lstStyle>
          <a:p>
            <a:pPr/>
            <a:r>
              <a:t>PROBLEM STATEMENT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Title 1"/>
          <p:cNvSpPr txBox="1"/>
          <p:nvPr>
            <p:ph type="title"/>
          </p:nvPr>
        </p:nvSpPr>
        <p:spPr>
          <a:xfrm>
            <a:off x="785811" y="246484"/>
            <a:ext cx="2002989" cy="572702"/>
          </a:xfrm>
          <a:prstGeom prst="rect">
            <a:avLst/>
          </a:prstGeom>
        </p:spPr>
        <p:txBody>
          <a:bodyPr/>
          <a:lstStyle>
            <a:lvl1pPr defTabSz="640079">
              <a:defRPr sz="2520"/>
            </a:lvl1pPr>
          </a:lstStyle>
          <a:p>
            <a:pPr/>
            <a:r>
              <a:t>OBJECTIVE</a:t>
            </a:r>
          </a:p>
        </p:txBody>
      </p:sp>
      <p:sp>
        <p:nvSpPr>
          <p:cNvPr id="135" name="Title 3"/>
          <p:cNvSpPr txBox="1"/>
          <p:nvPr/>
        </p:nvSpPr>
        <p:spPr>
          <a:xfrm>
            <a:off x="1504579" y="1352485"/>
            <a:ext cx="1554601" cy="5388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defTabSz="685800">
              <a:defRPr sz="2250">
                <a:solidFill>
                  <a:srgbClr val="FFFFFF"/>
                </a:solidFill>
                <a:latin typeface="Passion One"/>
                <a:ea typeface="Passion One"/>
                <a:cs typeface="Passion One"/>
                <a:sym typeface="Passion One"/>
              </a:defRPr>
            </a:lvl1pPr>
          </a:lstStyle>
          <a:p>
            <a:pPr/>
            <a:r>
              <a:t>01</a:t>
            </a:r>
          </a:p>
        </p:txBody>
      </p:sp>
      <p:sp>
        <p:nvSpPr>
          <p:cNvPr id="136" name="Subtitle 4"/>
          <p:cNvSpPr txBox="1"/>
          <p:nvPr>
            <p:ph type="body" sz="quarter" idx="1"/>
          </p:nvPr>
        </p:nvSpPr>
        <p:spPr>
          <a:xfrm>
            <a:off x="2976348" y="2587138"/>
            <a:ext cx="5127558" cy="721520"/>
          </a:xfrm>
          <a:prstGeom prst="rect">
            <a:avLst/>
          </a:prstGeom>
        </p:spPr>
        <p:txBody>
          <a:bodyPr/>
          <a:lstStyle/>
          <a:p>
            <a:pPr/>
            <a:r>
              <a:t>Get to know more about how cryptography takes place.</a:t>
            </a:r>
          </a:p>
        </p:txBody>
      </p:sp>
      <p:sp>
        <p:nvSpPr>
          <p:cNvPr id="137" name="Title 5"/>
          <p:cNvSpPr txBox="1"/>
          <p:nvPr/>
        </p:nvSpPr>
        <p:spPr>
          <a:xfrm>
            <a:off x="1504579" y="2650195"/>
            <a:ext cx="1554601" cy="5388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defTabSz="685800">
              <a:defRPr sz="2250">
                <a:solidFill>
                  <a:srgbClr val="FFFFFF"/>
                </a:solidFill>
                <a:latin typeface="Passion One"/>
                <a:ea typeface="Passion One"/>
                <a:cs typeface="Passion One"/>
                <a:sym typeface="Passion One"/>
              </a:defRPr>
            </a:lvl1pPr>
          </a:lstStyle>
          <a:p>
            <a:pPr/>
            <a:r>
              <a:t>02</a:t>
            </a:r>
          </a:p>
        </p:txBody>
      </p:sp>
      <p:sp>
        <p:nvSpPr>
          <p:cNvPr id="138" name="Title 7"/>
          <p:cNvSpPr txBox="1"/>
          <p:nvPr/>
        </p:nvSpPr>
        <p:spPr>
          <a:xfrm>
            <a:off x="1504579" y="4045987"/>
            <a:ext cx="1554601" cy="5388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defTabSz="685800">
              <a:defRPr sz="2250">
                <a:solidFill>
                  <a:srgbClr val="FFFFFF"/>
                </a:solidFill>
                <a:latin typeface="Passion One"/>
                <a:ea typeface="Passion One"/>
                <a:cs typeface="Passion One"/>
                <a:sym typeface="Passion One"/>
              </a:defRPr>
            </a:lvl1pPr>
          </a:lstStyle>
          <a:p>
            <a:pPr/>
            <a:r>
              <a:t>03</a:t>
            </a:r>
          </a:p>
        </p:txBody>
      </p:sp>
      <p:sp>
        <p:nvSpPr>
          <p:cNvPr id="139" name="Google Shape;267;p35"/>
          <p:cNvSpPr/>
          <p:nvPr/>
        </p:nvSpPr>
        <p:spPr>
          <a:xfrm rot="5400000">
            <a:off x="-1624803" y="1911616"/>
            <a:ext cx="4597713" cy="487657"/>
          </a:xfrm>
          <a:prstGeom prst="rect">
            <a:avLst/>
          </a:prstGeom>
          <a:ln w="19050">
            <a:solidFill>
              <a:schemeClr val="accent2"/>
            </a:solidFill>
          </a:ln>
        </p:spPr>
        <p:txBody>
          <a:bodyPr lIns="45719" rIns="45719" anchor="ctr"/>
          <a:lstStyle/>
          <a:p>
            <a:pPr/>
          </a:p>
        </p:txBody>
      </p:sp>
      <p:sp>
        <p:nvSpPr>
          <p:cNvPr id="140" name="TextBox 9"/>
          <p:cNvSpPr txBox="1"/>
          <p:nvPr/>
        </p:nvSpPr>
        <p:spPr>
          <a:xfrm>
            <a:off x="3022067" y="3990519"/>
            <a:ext cx="3150170" cy="4920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solidFill>
                  <a:srgbClr val="264D42"/>
                </a:solidFill>
              </a:defRPr>
            </a:lvl1pPr>
          </a:lstStyle>
          <a:p>
            <a:pPr/>
            <a:r>
              <a:t>To work on Realtime database.</a:t>
            </a:r>
          </a:p>
        </p:txBody>
      </p:sp>
      <p:sp>
        <p:nvSpPr>
          <p:cNvPr id="141" name="TextBox 12"/>
          <p:cNvSpPr txBox="1"/>
          <p:nvPr/>
        </p:nvSpPr>
        <p:spPr>
          <a:xfrm>
            <a:off x="3265269" y="1349403"/>
            <a:ext cx="4845466" cy="4920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chemeClr val="accent2"/>
                </a:solidFill>
              </a:defRPr>
            </a:lvl1pPr>
          </a:lstStyle>
          <a:p>
            <a:pPr/>
            <a:r>
              <a:t>To develop an application which will assures security and integrity of data.</a:t>
            </a:r>
          </a:p>
        </p:txBody>
      </p:sp>
      <p:grpSp>
        <p:nvGrpSpPr>
          <p:cNvPr id="144" name="Group 19"/>
          <p:cNvGrpSpPr/>
          <p:nvPr/>
        </p:nvGrpSpPr>
        <p:grpSpPr>
          <a:xfrm>
            <a:off x="1756892" y="3832095"/>
            <a:ext cx="1127514" cy="896329"/>
            <a:chOff x="0" y="0"/>
            <a:chExt cx="1127513" cy="896327"/>
          </a:xfrm>
        </p:grpSpPr>
        <p:sp>
          <p:nvSpPr>
            <p:cNvPr id="142" name="Rectangle 17"/>
            <p:cNvSpPr/>
            <p:nvPr/>
          </p:nvSpPr>
          <p:spPr>
            <a:xfrm>
              <a:off x="0" y="110515"/>
              <a:ext cx="967145" cy="785813"/>
            </a:xfrm>
            <a:prstGeom prst="rect">
              <a:avLst/>
            </a:prstGeom>
            <a:noFill/>
            <a:ln w="25400" cap="flat">
              <a:solidFill>
                <a:schemeClr val="accent2"/>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43" name="Rectangle 18"/>
            <p:cNvSpPr/>
            <p:nvPr/>
          </p:nvSpPr>
          <p:spPr>
            <a:xfrm>
              <a:off x="160370" y="0"/>
              <a:ext cx="967145" cy="785813"/>
            </a:xfrm>
            <a:prstGeom prst="rect">
              <a:avLst/>
            </a:prstGeom>
            <a:noFill/>
            <a:ln w="25400" cap="flat">
              <a:solidFill>
                <a:schemeClr val="accent2"/>
              </a:solidFill>
              <a:prstDash val="solid"/>
              <a:round/>
            </a:ln>
            <a:effectLst/>
          </p:spPr>
          <p:txBody>
            <a:bodyPr wrap="square" lIns="45719" tIns="45719" rIns="45719" bIns="45719" numCol="1" anchor="ctr">
              <a:noAutofit/>
            </a:bodyPr>
            <a:lstStyle/>
            <a:p>
              <a:pPr algn="ctr">
                <a:defRPr>
                  <a:solidFill>
                    <a:srgbClr val="FFFFFF"/>
                  </a:solidFill>
                </a:defRPr>
              </a:pPr>
            </a:p>
          </p:txBody>
        </p:sp>
      </p:grpSp>
      <p:grpSp>
        <p:nvGrpSpPr>
          <p:cNvPr id="147" name="Group 21"/>
          <p:cNvGrpSpPr/>
          <p:nvPr/>
        </p:nvGrpSpPr>
        <p:grpSpPr>
          <a:xfrm>
            <a:off x="1756892" y="2441864"/>
            <a:ext cx="1127514" cy="896329"/>
            <a:chOff x="0" y="0"/>
            <a:chExt cx="1127513" cy="896327"/>
          </a:xfrm>
        </p:grpSpPr>
        <p:sp>
          <p:nvSpPr>
            <p:cNvPr id="145" name="Rectangle 22"/>
            <p:cNvSpPr/>
            <p:nvPr/>
          </p:nvSpPr>
          <p:spPr>
            <a:xfrm>
              <a:off x="0" y="110515"/>
              <a:ext cx="967145" cy="785813"/>
            </a:xfrm>
            <a:prstGeom prst="rect">
              <a:avLst/>
            </a:prstGeom>
            <a:noFill/>
            <a:ln w="25400" cap="flat">
              <a:solidFill>
                <a:schemeClr val="accent2"/>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46" name="Rectangle 23"/>
            <p:cNvSpPr/>
            <p:nvPr/>
          </p:nvSpPr>
          <p:spPr>
            <a:xfrm>
              <a:off x="160370" y="0"/>
              <a:ext cx="967145" cy="785813"/>
            </a:xfrm>
            <a:prstGeom prst="rect">
              <a:avLst/>
            </a:prstGeom>
            <a:noFill/>
            <a:ln w="25400" cap="flat">
              <a:solidFill>
                <a:schemeClr val="accent2"/>
              </a:solidFill>
              <a:prstDash val="solid"/>
              <a:round/>
            </a:ln>
            <a:effectLst/>
          </p:spPr>
          <p:txBody>
            <a:bodyPr wrap="square" lIns="45719" tIns="45719" rIns="45719" bIns="45719" numCol="1" anchor="ctr">
              <a:noAutofit/>
            </a:bodyPr>
            <a:lstStyle/>
            <a:p>
              <a:pPr algn="ctr">
                <a:defRPr>
                  <a:solidFill>
                    <a:srgbClr val="FFFFFF"/>
                  </a:solidFill>
                </a:defRPr>
              </a:pPr>
            </a:p>
          </p:txBody>
        </p:sp>
      </p:grpSp>
      <p:grpSp>
        <p:nvGrpSpPr>
          <p:cNvPr id="150" name="Group 24"/>
          <p:cNvGrpSpPr/>
          <p:nvPr/>
        </p:nvGrpSpPr>
        <p:grpSpPr>
          <a:xfrm>
            <a:off x="1756892" y="1107957"/>
            <a:ext cx="1127514" cy="896329"/>
            <a:chOff x="0" y="0"/>
            <a:chExt cx="1127513" cy="896327"/>
          </a:xfrm>
        </p:grpSpPr>
        <p:sp>
          <p:nvSpPr>
            <p:cNvPr id="148" name="Rectangle 25"/>
            <p:cNvSpPr/>
            <p:nvPr/>
          </p:nvSpPr>
          <p:spPr>
            <a:xfrm>
              <a:off x="0" y="110515"/>
              <a:ext cx="967145" cy="785813"/>
            </a:xfrm>
            <a:prstGeom prst="rect">
              <a:avLst/>
            </a:prstGeom>
            <a:noFill/>
            <a:ln w="25400" cap="flat">
              <a:solidFill>
                <a:schemeClr val="accent2"/>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49" name="Rectangle 26"/>
            <p:cNvSpPr/>
            <p:nvPr/>
          </p:nvSpPr>
          <p:spPr>
            <a:xfrm>
              <a:off x="160370" y="0"/>
              <a:ext cx="967145" cy="785813"/>
            </a:xfrm>
            <a:prstGeom prst="rect">
              <a:avLst/>
            </a:prstGeom>
            <a:noFill/>
            <a:ln w="25400" cap="flat">
              <a:solidFill>
                <a:schemeClr val="accent2"/>
              </a:solidFill>
              <a:prstDash val="solid"/>
              <a:round/>
            </a:ln>
            <a:effectLst/>
          </p:spPr>
          <p:txBody>
            <a:bodyPr wrap="square" lIns="45719" tIns="45719" rIns="45719" bIns="45719" numCol="1" anchor="ctr">
              <a:noAutofit/>
            </a:bodyPr>
            <a:lstStyle/>
            <a:p>
              <a:pPr algn="ctr">
                <a:defRPr>
                  <a:solidFill>
                    <a:srgbClr val="FFFFFF"/>
                  </a:solidFill>
                </a:defRPr>
              </a:pPr>
            </a:p>
          </p:txBody>
        </p:sp>
      </p:gr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Title 1"/>
          <p:cNvSpPr txBox="1"/>
          <p:nvPr>
            <p:ph type="title"/>
          </p:nvPr>
        </p:nvSpPr>
        <p:spPr>
          <a:xfrm>
            <a:off x="500862" y="110699"/>
            <a:ext cx="4592631" cy="572702"/>
          </a:xfrm>
          <a:prstGeom prst="rect">
            <a:avLst/>
          </a:prstGeom>
        </p:spPr>
        <p:txBody>
          <a:bodyPr/>
          <a:lstStyle>
            <a:lvl1pPr defTabSz="640079">
              <a:defRPr sz="2520"/>
            </a:lvl1pPr>
          </a:lstStyle>
          <a:p>
            <a:pPr/>
            <a:r>
              <a:t>CONCEPTS &amp; METHODS</a:t>
            </a:r>
          </a:p>
        </p:txBody>
      </p:sp>
      <p:sp>
        <p:nvSpPr>
          <p:cNvPr id="153" name="Title 6"/>
          <p:cNvSpPr txBox="1"/>
          <p:nvPr/>
        </p:nvSpPr>
        <p:spPr>
          <a:xfrm>
            <a:off x="2430641" y="1265412"/>
            <a:ext cx="1623901" cy="40980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defTabSz="566927">
              <a:defRPr sz="1488">
                <a:solidFill>
                  <a:srgbClr val="595959"/>
                </a:solidFill>
                <a:latin typeface="Passion One"/>
                <a:ea typeface="Passion One"/>
                <a:cs typeface="Passion One"/>
                <a:sym typeface="Passion One"/>
              </a:defRPr>
            </a:lvl1pPr>
          </a:lstStyle>
          <a:p>
            <a:pPr/>
            <a:r>
              <a:t>CONCEPT</a:t>
            </a:r>
          </a:p>
        </p:txBody>
      </p:sp>
      <p:sp>
        <p:nvSpPr>
          <p:cNvPr id="154" name="TextBox 15"/>
          <p:cNvSpPr txBox="1"/>
          <p:nvPr/>
        </p:nvSpPr>
        <p:spPr>
          <a:xfrm>
            <a:off x="1855322" y="2127136"/>
            <a:ext cx="2774540" cy="19144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726B72"/>
                </a:solidFill>
              </a:defRPr>
            </a:pPr>
            <a:r>
              <a:t>Encryption is the process of converting information or data into an indecipherable code while in transit or storage. </a:t>
            </a:r>
          </a:p>
          <a:p>
            <a:pPr>
              <a:defRPr>
                <a:solidFill>
                  <a:srgbClr val="726B72"/>
                </a:solidFill>
              </a:defRPr>
            </a:pPr>
          </a:p>
          <a:p>
            <a:pPr>
              <a:defRPr>
                <a:solidFill>
                  <a:srgbClr val="726B72"/>
                </a:solidFill>
              </a:defRPr>
            </a:pPr>
            <a:r>
              <a:t>This prevents any unauthorized access from malicious third-parties and keeps your personal information under lock and key.</a:t>
            </a:r>
          </a:p>
        </p:txBody>
      </p:sp>
      <p:sp>
        <p:nvSpPr>
          <p:cNvPr id="155" name="Rectangle 17"/>
          <p:cNvSpPr/>
          <p:nvPr/>
        </p:nvSpPr>
        <p:spPr>
          <a:xfrm>
            <a:off x="1585135" y="1118918"/>
            <a:ext cx="3314919" cy="572701"/>
          </a:xfrm>
          <a:prstGeom prst="rect">
            <a:avLst/>
          </a:prstGeom>
          <a:ln w="25400">
            <a:solidFill>
              <a:srgbClr val="F2F2F2"/>
            </a:solidFill>
            <a:prstDash val="sysDot"/>
          </a:ln>
        </p:spPr>
        <p:txBody>
          <a:bodyPr lIns="45719" rIns="45719" anchor="ctr"/>
          <a:lstStyle/>
          <a:p>
            <a:pPr algn="ctr">
              <a:defRPr>
                <a:solidFill>
                  <a:srgbClr val="FFFFFF"/>
                </a:solidFill>
              </a:defRPr>
            </a:pPr>
          </a:p>
        </p:txBody>
      </p:sp>
      <p:sp>
        <p:nvSpPr>
          <p:cNvPr id="156" name="Rectangle 18"/>
          <p:cNvSpPr/>
          <p:nvPr/>
        </p:nvSpPr>
        <p:spPr>
          <a:xfrm>
            <a:off x="1585135" y="1892943"/>
            <a:ext cx="3314919" cy="2599353"/>
          </a:xfrm>
          <a:prstGeom prst="rect">
            <a:avLst/>
          </a:prstGeom>
          <a:ln w="25400">
            <a:solidFill>
              <a:srgbClr val="F2F2F2"/>
            </a:solidFill>
            <a:prstDash val="sysDot"/>
          </a:ln>
        </p:spPr>
        <p:txBody>
          <a:bodyPr lIns="45719" rIns="45719" anchor="ctr"/>
          <a:lstStyle/>
          <a:p>
            <a:pPr algn="ctr">
              <a:defRPr>
                <a:solidFill>
                  <a:srgbClr val="FFFFFF"/>
                </a:solidFill>
              </a:defRPr>
            </a:pPr>
          </a:p>
        </p:txBody>
      </p:sp>
      <p:sp>
        <p:nvSpPr>
          <p:cNvPr id="157" name="Rectangle 19"/>
          <p:cNvSpPr/>
          <p:nvPr/>
        </p:nvSpPr>
        <p:spPr>
          <a:xfrm>
            <a:off x="5366561" y="1118918"/>
            <a:ext cx="3314918" cy="572701"/>
          </a:xfrm>
          <a:prstGeom prst="rect">
            <a:avLst/>
          </a:prstGeom>
          <a:ln w="25400">
            <a:solidFill>
              <a:srgbClr val="F2F2F2"/>
            </a:solidFill>
            <a:prstDash val="sysDot"/>
          </a:ln>
        </p:spPr>
        <p:txBody>
          <a:bodyPr lIns="45719" rIns="45719" anchor="ctr"/>
          <a:lstStyle/>
          <a:p>
            <a:pPr algn="ctr">
              <a:defRPr>
                <a:solidFill>
                  <a:srgbClr val="FFFFFF"/>
                </a:solidFill>
              </a:defRPr>
            </a:pPr>
          </a:p>
        </p:txBody>
      </p:sp>
      <p:sp>
        <p:nvSpPr>
          <p:cNvPr id="158" name="Rectangle 20"/>
          <p:cNvSpPr/>
          <p:nvPr/>
        </p:nvSpPr>
        <p:spPr>
          <a:xfrm>
            <a:off x="5366561" y="1892943"/>
            <a:ext cx="3314918" cy="2599353"/>
          </a:xfrm>
          <a:prstGeom prst="rect">
            <a:avLst/>
          </a:prstGeom>
          <a:ln w="25400">
            <a:solidFill>
              <a:srgbClr val="F2F2F2"/>
            </a:solidFill>
            <a:prstDash val="sysDot"/>
          </a:ln>
        </p:spPr>
        <p:txBody>
          <a:bodyPr lIns="45719" rIns="45719" anchor="ctr"/>
          <a:lstStyle/>
          <a:p>
            <a:pPr algn="ctr">
              <a:defRPr>
                <a:solidFill>
                  <a:srgbClr val="FFFFFF"/>
                </a:solidFill>
              </a:defRPr>
            </a:pPr>
          </a:p>
        </p:txBody>
      </p:sp>
      <p:sp>
        <p:nvSpPr>
          <p:cNvPr id="159" name="Title 6"/>
          <p:cNvSpPr txBox="1"/>
          <p:nvPr/>
        </p:nvSpPr>
        <p:spPr>
          <a:xfrm>
            <a:off x="6212068" y="1108003"/>
            <a:ext cx="162390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spAutoFit/>
          </a:bodyPr>
          <a:lstStyle>
            <a:lvl1pPr algn="ctr">
              <a:defRPr sz="2400">
                <a:solidFill>
                  <a:srgbClr val="595959"/>
                </a:solidFill>
                <a:latin typeface="Passion One"/>
                <a:ea typeface="Passion One"/>
                <a:cs typeface="Passion One"/>
                <a:sym typeface="Passion One"/>
              </a:defRPr>
            </a:lvl1pPr>
          </a:lstStyle>
          <a:p>
            <a:pPr/>
            <a:r>
              <a:t>METHOD</a:t>
            </a:r>
          </a:p>
        </p:txBody>
      </p:sp>
      <p:sp>
        <p:nvSpPr>
          <p:cNvPr id="160" name="TextBox 28"/>
          <p:cNvSpPr txBox="1"/>
          <p:nvPr/>
        </p:nvSpPr>
        <p:spPr>
          <a:xfrm>
            <a:off x="5701041" y="2163658"/>
            <a:ext cx="2774540" cy="171122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726B72"/>
                </a:solidFill>
              </a:defRPr>
            </a:pPr>
            <a:r>
              <a:t>Symmetric key Encryption:</a:t>
            </a:r>
            <a:br/>
            <a:r>
              <a:rPr b="0"/>
              <a:t>Requires only single key for both Encryption &amp; Decryption.</a:t>
            </a:r>
            <a:endParaRPr b="0"/>
          </a:p>
          <a:p>
            <a:pPr>
              <a:defRPr>
                <a:solidFill>
                  <a:srgbClr val="726B72"/>
                </a:solidFill>
              </a:defRPr>
            </a:pPr>
          </a:p>
          <a:p>
            <a:pPr>
              <a:defRPr b="1">
                <a:solidFill>
                  <a:srgbClr val="726B72"/>
                </a:solidFill>
              </a:defRPr>
            </a:pPr>
            <a:r>
              <a:t>Asymmetric key Encryption:</a:t>
            </a:r>
            <a:br/>
            <a:r>
              <a:rPr b="0"/>
              <a:t>It requires two keys, a public key and a private key, one to encrypt and the other one to decrypt.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Google Shape;200;p31"/>
          <p:cNvSpPr txBox="1"/>
          <p:nvPr/>
        </p:nvSpPr>
        <p:spPr>
          <a:xfrm>
            <a:off x="504163" y="30493"/>
            <a:ext cx="4497339" cy="12750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spAutoFit/>
          </a:bodyPr>
          <a:lstStyle>
            <a:lvl1pPr algn="r">
              <a:defRPr sz="3600">
                <a:solidFill>
                  <a:schemeClr val="accent2"/>
                </a:solidFill>
                <a:latin typeface="Passion One"/>
                <a:ea typeface="Passion One"/>
                <a:cs typeface="Passion One"/>
                <a:sym typeface="Passion One"/>
              </a:defRPr>
            </a:lvl1pPr>
          </a:lstStyle>
          <a:p>
            <a:pPr/>
            <a:r>
              <a:t>LITERATURE SURVEY</a:t>
            </a:r>
          </a:p>
        </p:txBody>
      </p:sp>
      <p:graphicFrame>
        <p:nvGraphicFramePr>
          <p:cNvPr id="163" name="Table 2"/>
          <p:cNvGraphicFramePr/>
          <p:nvPr/>
        </p:nvGraphicFramePr>
        <p:xfrm>
          <a:off x="1628775" y="1435894"/>
          <a:ext cx="7007687" cy="258434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1823025"/>
                <a:gridCol w="5184660"/>
              </a:tblGrid>
              <a:tr h="692546">
                <a:tc>
                  <a:txBody>
                    <a:bodyPr/>
                    <a:lstStyle/>
                    <a:p>
                      <a:pPr algn="ctr">
                        <a:defRPr b="0" sz="1800">
                          <a:solidFill>
                            <a:srgbClr val="000000"/>
                          </a:solidFill>
                        </a:defRPr>
                      </a:pPr>
                      <a:r>
                        <a:rPr b="1" sz="1400">
                          <a:solidFill>
                            <a:schemeClr val="accent2"/>
                          </a:solidFill>
                        </a:rPr>
                        <a:t>Journal Publication</a:t>
                      </a:r>
                    </a:p>
                  </a:txBody>
                  <a:tcPr marL="45720" marR="45720" marT="45720" marB="45720" anchor="t" anchorCtr="0" horzOverflow="overflow">
                    <a:lnL>
                      <a:solidFill>
                        <a:srgbClr val="68D4B5"/>
                      </a:solidFill>
                    </a:lnL>
                  </a:tcPr>
                </a:tc>
                <a:tc>
                  <a:txBody>
                    <a:bodyPr/>
                    <a:lstStyle/>
                    <a:p>
                      <a:pPr algn="ctr">
                        <a:defRPr b="0" sz="1800">
                          <a:solidFill>
                            <a:srgbClr val="000000"/>
                          </a:solidFill>
                        </a:defRPr>
                      </a:pPr>
                      <a:r>
                        <a:rPr b="1" sz="1400">
                          <a:solidFill>
                            <a:schemeClr val="accent2"/>
                          </a:solidFill>
                        </a:rPr>
                        <a:t>Key points</a:t>
                      </a:r>
                    </a:p>
                  </a:txBody>
                  <a:tcPr marL="45720" marR="45720" marT="45720" marB="45720" anchor="t" anchorCtr="0" horzOverflow="overflow">
                    <a:lnR>
                      <a:solidFill>
                        <a:srgbClr val="68D4B5"/>
                      </a:solidFill>
                    </a:lnR>
                  </a:tcPr>
                </a:tc>
              </a:tr>
              <a:tr h="515788">
                <a:tc>
                  <a:txBody>
                    <a:bodyPr/>
                    <a:lstStyle/>
                    <a:p>
                      <a:pPr algn="l">
                        <a:lnSpc>
                          <a:spcPct val="107000"/>
                        </a:lnSpc>
                        <a:spcBef>
                          <a:spcPts val="800"/>
                        </a:spcBef>
                        <a:defRPr sz="1800"/>
                      </a:pPr>
                      <a:r>
                        <a:rPr sz="1400">
                          <a:solidFill>
                            <a:schemeClr val="accent2"/>
                          </a:solidFill>
                        </a:rPr>
                        <a:t>Hindawi</a:t>
                      </a:r>
                    </a:p>
                  </a:txBody>
                  <a:tcPr marL="0" marR="0" marT="0" marB="0" anchor="t" anchorCtr="0" horzOverflow="overflow"/>
                </a:tc>
                <a:tc>
                  <a:txBody>
                    <a:bodyPr/>
                    <a:lstStyle/>
                    <a:p>
                      <a:pPr algn="l">
                        <a:lnSpc>
                          <a:spcPct val="107000"/>
                        </a:lnSpc>
                        <a:spcBef>
                          <a:spcPts val="800"/>
                        </a:spcBef>
                        <a:defRPr sz="1800"/>
                      </a:pPr>
                      <a:r>
                        <a:rPr sz="1400">
                          <a:solidFill>
                            <a:schemeClr val="accent2"/>
                          </a:solidFill>
                        </a:rPr>
                        <a:t>Users can store their data remotely in the cloud.</a:t>
                      </a:r>
                    </a:p>
                  </a:txBody>
                  <a:tcPr marL="0" marR="0" marT="0" marB="0" anchor="t" anchorCtr="0" horzOverflow="overflow"/>
                </a:tc>
              </a:tr>
              <a:tr h="777245">
                <a:tc>
                  <a:txBody>
                    <a:bodyPr/>
                    <a:lstStyle/>
                    <a:p>
                      <a:pPr algn="l">
                        <a:lnSpc>
                          <a:spcPct val="107000"/>
                        </a:lnSpc>
                        <a:spcBef>
                          <a:spcPts val="800"/>
                        </a:spcBef>
                        <a:defRPr sz="1800"/>
                      </a:pPr>
                      <a:r>
                        <a:rPr sz="1400">
                          <a:solidFill>
                            <a:schemeClr val="accent2"/>
                          </a:solidFill>
                        </a:rPr>
                        <a:t>Clinical Engineering</a:t>
                      </a:r>
                    </a:p>
                  </a:txBody>
                  <a:tcPr marL="0" marR="0" marT="0" marB="0" anchor="t" anchorCtr="0" horzOverflow="overflow">
                    <a:noFill/>
                  </a:tcPr>
                </a:tc>
                <a:tc>
                  <a:txBody>
                    <a:bodyPr/>
                    <a:lstStyle/>
                    <a:p>
                      <a:pPr algn="l">
                        <a:lnSpc>
                          <a:spcPct val="107000"/>
                        </a:lnSpc>
                        <a:spcBef>
                          <a:spcPts val="800"/>
                        </a:spcBef>
                        <a:defRPr sz="1800"/>
                      </a:pPr>
                      <a:r>
                        <a:rPr sz="1400">
                          <a:solidFill>
                            <a:schemeClr val="accent2"/>
                          </a:solidFill>
                        </a:rPr>
                        <a:t>Cryptography is a term which refers to molecules in storing, hiding, and transmitting the information.</a:t>
                      </a:r>
                    </a:p>
                  </a:txBody>
                  <a:tcPr marL="0" marR="0" marT="0" marB="0" anchor="t" anchorCtr="0" horzOverflow="overflow">
                    <a:noFill/>
                  </a:tcPr>
                </a:tc>
              </a:tr>
              <a:tr h="598765">
                <a:tc>
                  <a:txBody>
                    <a:bodyPr/>
                    <a:lstStyle/>
                    <a:p>
                      <a:pPr algn="l">
                        <a:lnSpc>
                          <a:spcPct val="107000"/>
                        </a:lnSpc>
                        <a:spcBef>
                          <a:spcPts val="800"/>
                        </a:spcBef>
                        <a:defRPr sz="1800"/>
                      </a:pPr>
                      <a:r>
                        <a:rPr sz="1400">
                          <a:solidFill>
                            <a:schemeClr val="accent2"/>
                          </a:solidFill>
                        </a:rPr>
                        <a:t>MDPI</a:t>
                      </a:r>
                    </a:p>
                  </a:txBody>
                  <a:tcPr marL="0" marR="0" marT="0" marB="0" anchor="t" anchorCtr="0" horzOverflow="overflow"/>
                </a:tc>
                <a:tc>
                  <a:txBody>
                    <a:bodyPr/>
                    <a:lstStyle/>
                    <a:p>
                      <a:pPr algn="l">
                        <a:lnSpc>
                          <a:spcPct val="107000"/>
                        </a:lnSpc>
                        <a:spcBef>
                          <a:spcPts val="800"/>
                        </a:spcBef>
                        <a:defRPr sz="1800"/>
                      </a:pPr>
                      <a:r>
                        <a:rPr sz="1400">
                          <a:solidFill>
                            <a:schemeClr val="accent2"/>
                          </a:solidFill>
                        </a:rPr>
                        <a:t>Existing data protection and encryption techniques have been analyzed.</a:t>
                      </a:r>
                    </a:p>
                  </a:txBody>
                  <a:tcPr marL="0" marR="0" marT="0" marB="0" anchor="t" anchorCtr="0" horzOverflow="overflow"/>
                </a:tc>
              </a:tr>
            </a:tbl>
          </a:graphicData>
        </a:graphic>
      </p:graphicFrame>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Google Shape;200;p31"/>
          <p:cNvSpPr txBox="1"/>
          <p:nvPr>
            <p:ph type="title"/>
          </p:nvPr>
        </p:nvSpPr>
        <p:spPr>
          <a:xfrm>
            <a:off x="897621" y="216745"/>
            <a:ext cx="3981415" cy="572702"/>
          </a:xfrm>
          <a:prstGeom prst="rect">
            <a:avLst/>
          </a:prstGeom>
        </p:spPr>
        <p:txBody>
          <a:bodyPr/>
          <a:lstStyle>
            <a:lvl1pPr defTabSz="640079">
              <a:defRPr sz="2520"/>
            </a:lvl1pPr>
          </a:lstStyle>
          <a:p>
            <a:pPr/>
            <a:r>
              <a:t>TOOLS &amp; LANGUAGES</a:t>
            </a:r>
          </a:p>
        </p:txBody>
      </p:sp>
      <p:grpSp>
        <p:nvGrpSpPr>
          <p:cNvPr id="176" name="Group 27"/>
          <p:cNvGrpSpPr/>
          <p:nvPr/>
        </p:nvGrpSpPr>
        <p:grpSpPr>
          <a:xfrm>
            <a:off x="1898420" y="792559"/>
            <a:ext cx="6957909" cy="4077758"/>
            <a:chOff x="0" y="0"/>
            <a:chExt cx="6957907" cy="4077757"/>
          </a:xfrm>
        </p:grpSpPr>
        <p:sp>
          <p:nvSpPr>
            <p:cNvPr id="166" name="Freeform: Shape 28"/>
            <p:cNvSpPr txBox="1"/>
            <p:nvPr/>
          </p:nvSpPr>
          <p:spPr>
            <a:xfrm rot="16200000">
              <a:off x="-1161407" y="2490895"/>
              <a:ext cx="2805425" cy="368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r" defTabSz="1066800">
                <a:lnSpc>
                  <a:spcPct val="90000"/>
                </a:lnSpc>
                <a:spcBef>
                  <a:spcPts val="1000"/>
                </a:spcBef>
                <a:defRPr sz="2400">
                  <a:solidFill>
                    <a:srgbClr val="595959"/>
                  </a:solidFill>
                  <a:latin typeface="Century Gothic"/>
                  <a:ea typeface="Century Gothic"/>
                  <a:cs typeface="Century Gothic"/>
                  <a:sym typeface="Century Gothic"/>
                </a:defRPr>
              </a:lvl1pPr>
            </a:lstStyle>
            <a:p>
              <a:pPr/>
              <a:r>
                <a:t>Tools and Services</a:t>
              </a:r>
            </a:p>
          </p:txBody>
        </p:sp>
        <p:grpSp>
          <p:nvGrpSpPr>
            <p:cNvPr id="169" name="Freeform: Shape 29"/>
            <p:cNvGrpSpPr/>
            <p:nvPr/>
          </p:nvGrpSpPr>
          <p:grpSpPr>
            <a:xfrm>
              <a:off x="592261" y="599042"/>
              <a:ext cx="2607306" cy="3267073"/>
              <a:chOff x="0" y="0"/>
              <a:chExt cx="2607305" cy="3267071"/>
            </a:xfrm>
          </p:grpSpPr>
          <p:sp>
            <p:nvSpPr>
              <p:cNvPr id="167" name="Rectangle"/>
              <p:cNvSpPr/>
              <p:nvPr/>
            </p:nvSpPr>
            <p:spPr>
              <a:xfrm>
                <a:off x="0" y="-1"/>
                <a:ext cx="2607306" cy="3267073"/>
              </a:xfrm>
              <a:prstGeom prst="rect">
                <a:avLst/>
              </a:prstGeom>
              <a:solidFill>
                <a:srgbClr val="A7E6D4"/>
              </a:solidFill>
              <a:ln w="25400" cap="flat">
                <a:solidFill>
                  <a:srgbClr val="FFFFFF"/>
                </a:solidFill>
                <a:prstDash val="solid"/>
                <a:round/>
              </a:ln>
              <a:effectLst/>
            </p:spPr>
            <p:txBody>
              <a:bodyPr wrap="square" lIns="45719" tIns="45719" rIns="45719" bIns="45719" numCol="1" anchor="t">
                <a:noAutofit/>
              </a:bodyPr>
              <a:lstStyle/>
              <a:p>
                <a:pPr defTabSz="711200">
                  <a:lnSpc>
                    <a:spcPct val="90000"/>
                  </a:lnSpc>
                  <a:spcBef>
                    <a:spcPts val="200"/>
                  </a:spcBef>
                  <a:defRPr>
                    <a:solidFill>
                      <a:srgbClr val="FFFFFF"/>
                    </a:solidFill>
                  </a:defRPr>
                </a:pPr>
              </a:p>
            </p:txBody>
          </p:sp>
          <p:sp>
            <p:nvSpPr>
              <p:cNvPr id="168" name="Android Studio…"/>
              <p:cNvSpPr txBox="1"/>
              <p:nvPr/>
            </p:nvSpPr>
            <p:spPr>
              <a:xfrm>
                <a:off x="12699" y="360557"/>
                <a:ext cx="2581907" cy="10119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3792" tIns="113792" rIns="113792" bIns="113792" numCol="1" anchor="t">
                <a:spAutoFit/>
              </a:bodyPr>
              <a:lstStyle/>
              <a:p>
                <a:pPr lvl="1" marL="171450" indent="-171450" defTabSz="711200">
                  <a:lnSpc>
                    <a:spcPct val="90000"/>
                  </a:lnSpc>
                  <a:spcBef>
                    <a:spcPts val="200"/>
                  </a:spcBef>
                  <a:buClr>
                    <a:srgbClr val="000000"/>
                  </a:buClr>
                  <a:buSzPct val="100000"/>
                  <a:buFont typeface="Arial"/>
                  <a:buChar char="•"/>
                  <a:defRPr sz="1600">
                    <a:latin typeface="Century Gothic"/>
                    <a:ea typeface="Century Gothic"/>
                    <a:cs typeface="Century Gothic"/>
                    <a:sym typeface="Century Gothic"/>
                  </a:defRPr>
                </a:pPr>
                <a:r>
                  <a:t>Android Studio</a:t>
                </a:r>
                <a:endParaRPr>
                  <a:solidFill>
                    <a:srgbClr val="FFFFFF"/>
                  </a:solidFill>
                </a:endParaRPr>
              </a:p>
              <a:p>
                <a:pPr lvl="1" marL="171450" indent="-171450" defTabSz="711200">
                  <a:lnSpc>
                    <a:spcPct val="90000"/>
                  </a:lnSpc>
                  <a:spcBef>
                    <a:spcPts val="200"/>
                  </a:spcBef>
                  <a:buClr>
                    <a:srgbClr val="000000"/>
                  </a:buClr>
                  <a:buSzPct val="100000"/>
                  <a:buFont typeface="Arial"/>
                  <a:buChar char="•"/>
                  <a:defRPr sz="1600">
                    <a:latin typeface="Century Gothic"/>
                    <a:ea typeface="Century Gothic"/>
                    <a:cs typeface="Century Gothic"/>
                    <a:sym typeface="Century Gothic"/>
                  </a:defRPr>
                </a:pPr>
                <a:r>
                  <a:t>Realtime database</a:t>
                </a:r>
                <a:endParaRPr>
                  <a:solidFill>
                    <a:srgbClr val="FFFFFF"/>
                  </a:solidFill>
                </a:endParaRPr>
              </a:p>
              <a:p>
                <a:pPr lvl="1" marL="171450" indent="-171450" defTabSz="711200">
                  <a:lnSpc>
                    <a:spcPct val="90000"/>
                  </a:lnSpc>
                  <a:spcBef>
                    <a:spcPts val="200"/>
                  </a:spcBef>
                  <a:buClr>
                    <a:srgbClr val="000000"/>
                  </a:buClr>
                  <a:buSzPct val="100000"/>
                  <a:buFont typeface="Arial"/>
                  <a:buChar char="•"/>
                  <a:defRPr sz="1600">
                    <a:latin typeface="Century Gothic"/>
                    <a:ea typeface="Century Gothic"/>
                    <a:cs typeface="Century Gothic"/>
                    <a:sym typeface="Century Gothic"/>
                  </a:defRPr>
                </a:pPr>
                <a:r>
                  <a:t>Cloud database</a:t>
                </a:r>
              </a:p>
            </p:txBody>
          </p:sp>
        </p:grpSp>
        <p:sp>
          <p:nvSpPr>
            <p:cNvPr id="170" name="Rectangle 30"/>
            <p:cNvSpPr/>
            <p:nvPr/>
          </p:nvSpPr>
          <p:spPr>
            <a:xfrm>
              <a:off x="0" y="-1"/>
              <a:ext cx="1046887" cy="1046888"/>
            </a:xfrm>
            <a:prstGeom prst="rect">
              <a:avLst/>
            </a:prstGeom>
            <a:blipFill rotWithShape="1">
              <a:blip r:embed="rId2"/>
              <a:srcRect l="0" t="0" r="0" b="0"/>
              <a:stretch>
                <a:fillRect/>
              </a:stretch>
            </a:blipFill>
            <a:ln w="12700" cap="flat">
              <a:noFill/>
              <a:miter lim="400000"/>
            </a:ln>
            <a:effectLst/>
          </p:spPr>
          <p:txBody>
            <a:bodyPr wrap="square" lIns="45719" tIns="45719" rIns="45719" bIns="45719" numCol="1" anchor="t">
              <a:noAutofit/>
            </a:bodyPr>
            <a:lstStyle/>
            <a:p>
              <a:pPr>
                <a:defRPr>
                  <a:solidFill>
                    <a:srgbClr val="FFFFFF"/>
                  </a:solidFill>
                </a:defRPr>
              </a:pPr>
            </a:p>
          </p:txBody>
        </p:sp>
        <p:sp>
          <p:nvSpPr>
            <p:cNvPr id="171" name="Freeform: Shape 31"/>
            <p:cNvSpPr txBox="1"/>
            <p:nvPr/>
          </p:nvSpPr>
          <p:spPr>
            <a:xfrm rot="16200000">
              <a:off x="2372372" y="2231957"/>
              <a:ext cx="2805425" cy="6997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r" defTabSz="1066800">
                <a:lnSpc>
                  <a:spcPct val="90000"/>
                </a:lnSpc>
                <a:spcBef>
                  <a:spcPts val="1000"/>
                </a:spcBef>
                <a:defRPr sz="2400">
                  <a:solidFill>
                    <a:schemeClr val="accent2"/>
                  </a:solidFill>
                  <a:latin typeface="Century Gothic"/>
                  <a:ea typeface="Century Gothic"/>
                  <a:cs typeface="Century Gothic"/>
                  <a:sym typeface="Century Gothic"/>
                </a:defRPr>
              </a:lvl1pPr>
            </a:lstStyle>
            <a:p>
              <a:pPr/>
              <a:r>
                <a:t>Languages &amp; Dependencies</a:t>
              </a:r>
            </a:p>
          </p:txBody>
        </p:sp>
        <p:grpSp>
          <p:nvGrpSpPr>
            <p:cNvPr id="174" name="Freeform: Shape 32"/>
            <p:cNvGrpSpPr/>
            <p:nvPr/>
          </p:nvGrpSpPr>
          <p:grpSpPr>
            <a:xfrm>
              <a:off x="4350601" y="1026802"/>
              <a:ext cx="2607307" cy="2906516"/>
              <a:chOff x="0" y="0"/>
              <a:chExt cx="2607305" cy="2906514"/>
            </a:xfrm>
          </p:grpSpPr>
          <p:sp>
            <p:nvSpPr>
              <p:cNvPr id="172" name="Rectangle"/>
              <p:cNvSpPr/>
              <p:nvPr/>
            </p:nvSpPr>
            <p:spPr>
              <a:xfrm>
                <a:off x="0" y="185880"/>
                <a:ext cx="2607306" cy="2720635"/>
              </a:xfrm>
              <a:prstGeom prst="rect">
                <a:avLst/>
              </a:prstGeom>
              <a:solidFill>
                <a:srgbClr val="C5EFE3"/>
              </a:solidFill>
              <a:ln w="25400" cap="flat">
                <a:solidFill>
                  <a:srgbClr val="FFFFFF"/>
                </a:solidFill>
                <a:prstDash val="solid"/>
                <a:round/>
              </a:ln>
              <a:effectLst/>
            </p:spPr>
            <p:txBody>
              <a:bodyPr wrap="square" lIns="45719" tIns="45719" rIns="45719" bIns="45719" numCol="1" anchor="t">
                <a:noAutofit/>
              </a:bodyPr>
              <a:lstStyle/>
              <a:p>
                <a:pPr defTabSz="711200">
                  <a:lnSpc>
                    <a:spcPct val="90000"/>
                  </a:lnSpc>
                  <a:spcBef>
                    <a:spcPts val="200"/>
                  </a:spcBef>
                  <a:defRPr sz="1600">
                    <a:latin typeface="Century Gothic"/>
                    <a:ea typeface="Century Gothic"/>
                    <a:cs typeface="Century Gothic"/>
                    <a:sym typeface="Century Gothic"/>
                  </a:defRPr>
                </a:pPr>
              </a:p>
            </p:txBody>
          </p:sp>
          <p:sp>
            <p:nvSpPr>
              <p:cNvPr id="173" name="Firebase_Auth…"/>
              <p:cNvSpPr/>
              <p:nvPr/>
            </p:nvSpPr>
            <p:spPr>
              <a:xfrm>
                <a:off x="12700" y="0"/>
                <a:ext cx="2581906" cy="0"/>
              </a:xfrm>
              <a:custGeom>
                <a:avLst/>
                <a:gdLst/>
                <a:ahLst/>
                <a:cxnLst>
                  <a:cxn ang="0">
                    <a:pos x="wd2" y="hd2"/>
                  </a:cxn>
                  <a:cxn ang="5400000">
                    <a:pos x="wd2" y="hd2"/>
                  </a:cxn>
                  <a:cxn ang="10800000">
                    <a:pos x="wd2" y="hd2"/>
                  </a:cxn>
                  <a:cxn ang="16200000">
                    <a:pos x="wd2" y="hd2"/>
                  </a:cxn>
                </a:cxnLst>
                <a:rect l="0" t="0" r="r" b="b"/>
                <a:pathLst>
                  <a:path w="21600" h="0" fill="norm" stroke="1" extrusionOk="0">
                    <a:moveTo>
                      <a:pt x="0" y="0"/>
                    </a:moveTo>
                    <a:lnTo>
                      <a:pt x="21600" y="0"/>
                    </a:lnTo>
                    <a:lnTo>
                      <a:pt x="21600" y="0"/>
                    </a:lnTo>
                    <a:lnTo>
                      <a:pt x="0" y="0"/>
                    </a:lnTo>
                    <a:close/>
                  </a:path>
                </a:pathLst>
              </a:custGeom>
              <a:solidFill>
                <a:srgbClr val="A7E6D4"/>
              </a:solidFill>
              <a:ln w="25400" cap="flat">
                <a:solidFill>
                  <a:srgbClr val="FFFFFF"/>
                </a:solidFill>
                <a:prstDash val="solid"/>
                <a:round/>
              </a:ln>
              <a:effectLst/>
              <a:extLst>
                <a:ext uri="{C572A759-6A51-4108-AA02-DFA0A04FC94B}">
                  <ma14:wrappingTextBoxFlag xmlns:ma14="http://schemas.microsoft.com/office/mac/drawingml/2011/main" val="1"/>
                </a:ext>
              </a:extLst>
            </p:spPr>
            <p:txBody>
              <a:bodyPr wrap="square" lIns="113792" tIns="113792" rIns="113792" bIns="113792" numCol="1" anchor="t">
                <a:spAutoFit/>
              </a:bodyPr>
              <a:lstStyle/>
              <a:p>
                <a:pPr lvl="1" marL="171450" indent="-171450" defTabSz="711200">
                  <a:lnSpc>
                    <a:spcPct val="90000"/>
                  </a:lnSpc>
                  <a:spcBef>
                    <a:spcPts val="200"/>
                  </a:spcBef>
                  <a:defRPr sz="1600">
                    <a:latin typeface="Century Gothic"/>
                    <a:ea typeface="Century Gothic"/>
                    <a:cs typeface="Century Gothic"/>
                    <a:sym typeface="Century Gothic"/>
                  </a:defRPr>
                </a:pPr>
              </a:p>
              <a:p>
                <a:pPr lvl="1" marL="171450" indent="-171450" defTabSz="711200">
                  <a:lnSpc>
                    <a:spcPct val="90000"/>
                  </a:lnSpc>
                  <a:spcBef>
                    <a:spcPts val="200"/>
                  </a:spcBef>
                  <a:defRPr sz="1600">
                    <a:latin typeface="Century Gothic"/>
                    <a:ea typeface="Century Gothic"/>
                    <a:cs typeface="Century Gothic"/>
                    <a:sym typeface="Century Gothic"/>
                  </a:defRPr>
                </a:pPr>
                <a:endParaRPr>
                  <a:solidFill>
                    <a:srgbClr val="FFFFFF"/>
                  </a:solidFill>
                </a:endParaRPr>
              </a:p>
              <a:p>
                <a:pPr lvl="1" marL="200025" indent="-200025">
                  <a:buSzPct val="100000"/>
                  <a:buChar char="•"/>
                </a:pPr>
                <a:r>
                  <a:t>Firebase_Auth</a:t>
                </a:r>
              </a:p>
              <a:p>
                <a:pPr lvl="1" marL="200025" indent="-200025">
                  <a:buSzPct val="100000"/>
                  <a:buChar char="•"/>
                </a:pPr>
                <a:r>
                  <a:t>Firebase_Core</a:t>
                </a:r>
              </a:p>
              <a:p>
                <a:pPr lvl="1" marL="200025" indent="-200025">
                  <a:buSzPct val="100000"/>
                  <a:buChar char="•"/>
                </a:pPr>
                <a:r>
                  <a:t>Cloud_Firestore</a:t>
                </a:r>
              </a:p>
              <a:p>
                <a:pPr lvl="1" marL="200025" indent="-200025">
                  <a:buSzPct val="100000"/>
                  <a:buChar char="•"/>
                </a:pPr>
                <a:r>
                  <a:t>Shared Preference</a:t>
                </a:r>
              </a:p>
              <a:p>
                <a:pPr lvl="1" marL="200025" indent="-200025">
                  <a:buSzPct val="100000"/>
                  <a:buChar char="•"/>
                </a:pPr>
                <a:r>
                  <a:t>Image Picker</a:t>
                </a:r>
              </a:p>
              <a:p>
                <a:pPr lvl="1" marL="200025" indent="-200025">
                  <a:buSzPct val="100000"/>
                  <a:buChar char="•"/>
                </a:pPr>
                <a:r>
                  <a:t>Encrypt</a:t>
                </a:r>
              </a:p>
              <a:p>
                <a:pPr lvl="1" marL="171450" indent="-171450" defTabSz="711200">
                  <a:lnSpc>
                    <a:spcPct val="90000"/>
                  </a:lnSpc>
                  <a:spcBef>
                    <a:spcPts val="200"/>
                  </a:spcBef>
                  <a:defRPr sz="1600">
                    <a:latin typeface="Century Gothic"/>
                    <a:ea typeface="Century Gothic"/>
                    <a:cs typeface="Century Gothic"/>
                    <a:sym typeface="Century Gothic"/>
                  </a:defRPr>
                </a:pPr>
                <a:endParaRPr>
                  <a:solidFill>
                    <a:srgbClr val="FFFFFF"/>
                  </a:solidFill>
                </a:endParaRPr>
              </a:p>
            </p:txBody>
          </p:sp>
        </p:grpSp>
        <p:sp>
          <p:nvSpPr>
            <p:cNvPr id="175" name="Rectangle 33"/>
            <p:cNvSpPr/>
            <p:nvPr/>
          </p:nvSpPr>
          <p:spPr>
            <a:xfrm>
              <a:off x="3635389" y="107159"/>
              <a:ext cx="1046887" cy="1046888"/>
            </a:xfrm>
            <a:prstGeom prst="rect">
              <a:avLst/>
            </a:prstGeom>
            <a:blipFill rotWithShape="1">
              <a:blip r:embed="rId3"/>
              <a:srcRect l="0" t="0" r="0" b="0"/>
              <a:stretch>
                <a:fillRect/>
              </a:stretch>
            </a:blipFill>
            <a:ln w="12700" cap="flat">
              <a:noFill/>
              <a:miter lim="400000"/>
            </a:ln>
            <a:effectLst/>
          </p:spPr>
          <p:txBody>
            <a:bodyPr wrap="square" lIns="45719" tIns="45719" rIns="45719" bIns="45719" numCol="1" anchor="t">
              <a:noAutofit/>
            </a:bodyPr>
            <a:lstStyle/>
            <a:p>
              <a:pPr>
                <a:defRPr>
                  <a:solidFill>
                    <a:srgbClr val="FFFFFF"/>
                  </a:solidFill>
                </a:defRPr>
              </a:pPr>
            </a:p>
          </p:txBody>
        </p:sp>
      </p:gr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Google Shape;346;p40"/>
          <p:cNvSpPr txBox="1"/>
          <p:nvPr>
            <p:ph type="title"/>
          </p:nvPr>
        </p:nvSpPr>
        <p:spPr>
          <a:xfrm>
            <a:off x="1246072" y="277823"/>
            <a:ext cx="3154479" cy="650304"/>
          </a:xfrm>
          <a:prstGeom prst="rect">
            <a:avLst/>
          </a:prstGeom>
          <a:solidFill>
            <a:srgbClr val="FFFFFF"/>
          </a:solidFill>
        </p:spPr>
        <p:txBody>
          <a:bodyPr/>
          <a:lstStyle>
            <a:lvl1pPr defTabSz="676655">
              <a:defRPr sz="2664"/>
            </a:lvl1pPr>
          </a:lstStyle>
          <a:p>
            <a:pPr/>
            <a:r>
              <a:t>IMPLEMENTATION  </a:t>
            </a:r>
          </a:p>
        </p:txBody>
      </p:sp>
      <p:sp>
        <p:nvSpPr>
          <p:cNvPr id="179" name="Google Shape;347;p40"/>
          <p:cNvSpPr txBox="1"/>
          <p:nvPr/>
        </p:nvSpPr>
        <p:spPr>
          <a:xfrm>
            <a:off x="1331027" y="2366849"/>
            <a:ext cx="2218491" cy="4098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defTabSz="612648">
              <a:defRPr sz="1206">
                <a:solidFill>
                  <a:schemeClr val="accent2"/>
                </a:solidFill>
                <a:latin typeface="Passion One"/>
                <a:ea typeface="Passion One"/>
                <a:cs typeface="Passion One"/>
                <a:sym typeface="Passion One"/>
              </a:defRPr>
            </a:lvl1pPr>
          </a:lstStyle>
          <a:p>
            <a:pPr/>
            <a:r>
              <a:t>Authentication using Firebase</a:t>
            </a:r>
          </a:p>
        </p:txBody>
      </p:sp>
      <p:sp>
        <p:nvSpPr>
          <p:cNvPr id="180" name="Google Shape;349;p40"/>
          <p:cNvSpPr txBox="1"/>
          <p:nvPr/>
        </p:nvSpPr>
        <p:spPr>
          <a:xfrm>
            <a:off x="6590579" y="2083816"/>
            <a:ext cx="2371580" cy="74312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a:defRPr sz="1800">
                <a:solidFill>
                  <a:schemeClr val="accent2"/>
                </a:solidFill>
                <a:latin typeface="Passion One"/>
                <a:ea typeface="Passion One"/>
                <a:cs typeface="Passion One"/>
                <a:sym typeface="Passion One"/>
              </a:defRPr>
            </a:lvl1pPr>
          </a:lstStyle>
          <a:p>
            <a:pPr/>
            <a:r>
              <a:t>Fragments to display Chats and Users.</a:t>
            </a:r>
          </a:p>
        </p:txBody>
      </p:sp>
      <p:sp>
        <p:nvSpPr>
          <p:cNvPr id="181" name="Google Shape;353;p40"/>
          <p:cNvSpPr txBox="1"/>
          <p:nvPr/>
        </p:nvSpPr>
        <p:spPr>
          <a:xfrm>
            <a:off x="5669410" y="4338304"/>
            <a:ext cx="2106960" cy="4098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defTabSz="484631">
              <a:defRPr sz="953">
                <a:solidFill>
                  <a:schemeClr val="accent2"/>
                </a:solidFill>
                <a:latin typeface="Passion One"/>
                <a:ea typeface="Passion One"/>
                <a:cs typeface="Passion One"/>
                <a:sym typeface="Passion One"/>
              </a:defRPr>
            </a:lvl1pPr>
          </a:lstStyle>
          <a:p>
            <a:pPr/>
            <a:r>
              <a:t>Auto Login/ Logout Using Firebase.</a:t>
            </a:r>
          </a:p>
        </p:txBody>
      </p:sp>
      <p:sp>
        <p:nvSpPr>
          <p:cNvPr id="182" name="Google Shape;357;p40"/>
          <p:cNvSpPr txBox="1"/>
          <p:nvPr/>
        </p:nvSpPr>
        <p:spPr>
          <a:xfrm>
            <a:off x="2387521" y="4338304"/>
            <a:ext cx="2463082" cy="4098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defTabSz="539495">
              <a:defRPr sz="1062">
                <a:solidFill>
                  <a:schemeClr val="accent2"/>
                </a:solidFill>
                <a:latin typeface="Passion One"/>
                <a:ea typeface="Passion One"/>
                <a:cs typeface="Passion One"/>
                <a:sym typeface="Passion One"/>
              </a:defRPr>
            </a:lvl1pPr>
          </a:lstStyle>
          <a:p>
            <a:pPr/>
            <a:r>
              <a:t>Cryptography Algorithms such as AES</a:t>
            </a:r>
          </a:p>
        </p:txBody>
      </p:sp>
      <p:sp>
        <p:nvSpPr>
          <p:cNvPr id="183" name="Google Shape;351;p40"/>
          <p:cNvSpPr txBox="1"/>
          <p:nvPr/>
        </p:nvSpPr>
        <p:spPr>
          <a:xfrm>
            <a:off x="3947617" y="1749132"/>
            <a:ext cx="2281133" cy="13004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spAutoFit/>
          </a:bodyPr>
          <a:lstStyle>
            <a:lvl1pPr algn="ctr">
              <a:defRPr sz="1800">
                <a:solidFill>
                  <a:schemeClr val="accent2"/>
                </a:solidFill>
                <a:latin typeface="Passion One"/>
                <a:ea typeface="Passion One"/>
                <a:cs typeface="Passion One"/>
                <a:sym typeface="Passion One"/>
              </a:defRPr>
            </a:lvl1pPr>
          </a:lstStyle>
          <a:p>
            <a:pPr/>
            <a:r>
              <a:t>Using Firebase Real Time Database to store Personal Details.</a:t>
            </a:r>
          </a:p>
        </p:txBody>
      </p:sp>
      <p:pic>
        <p:nvPicPr>
          <p:cNvPr id="184" name="Graphic 2" descr="Graphic 2"/>
          <p:cNvPicPr>
            <a:picLocks noChangeAspect="1"/>
          </p:cNvPicPr>
          <p:nvPr/>
        </p:nvPicPr>
        <p:blipFill>
          <a:blip r:embed="rId2">
            <a:extLst/>
          </a:blip>
          <a:stretch>
            <a:fillRect/>
          </a:stretch>
        </p:blipFill>
        <p:spPr>
          <a:xfrm>
            <a:off x="2023347" y="1092583"/>
            <a:ext cx="833853" cy="833853"/>
          </a:xfrm>
          <a:prstGeom prst="rect">
            <a:avLst/>
          </a:prstGeom>
          <a:ln w="12700">
            <a:miter lim="400000"/>
          </a:ln>
        </p:spPr>
      </p:pic>
      <p:pic>
        <p:nvPicPr>
          <p:cNvPr id="185" name="Graphic 22" descr="Graphic 22"/>
          <p:cNvPicPr>
            <a:picLocks noChangeAspect="1"/>
          </p:cNvPicPr>
          <p:nvPr/>
        </p:nvPicPr>
        <p:blipFill>
          <a:blip r:embed="rId3">
            <a:extLst/>
          </a:blip>
          <a:stretch>
            <a:fillRect/>
          </a:stretch>
        </p:blipFill>
        <p:spPr>
          <a:xfrm>
            <a:off x="6355465" y="3243632"/>
            <a:ext cx="734848" cy="734848"/>
          </a:xfrm>
          <a:prstGeom prst="rect">
            <a:avLst/>
          </a:prstGeom>
          <a:ln w="12700">
            <a:miter lim="400000"/>
          </a:ln>
        </p:spPr>
      </p:pic>
      <p:pic>
        <p:nvPicPr>
          <p:cNvPr id="186" name="Graphic 3" descr="Graphic 3"/>
          <p:cNvPicPr>
            <a:picLocks noChangeAspect="1"/>
          </p:cNvPicPr>
          <p:nvPr/>
        </p:nvPicPr>
        <p:blipFill>
          <a:blip r:embed="rId4">
            <a:extLst/>
          </a:blip>
          <a:stretch>
            <a:fillRect/>
          </a:stretch>
        </p:blipFill>
        <p:spPr>
          <a:xfrm>
            <a:off x="7319170" y="1206649"/>
            <a:ext cx="914401" cy="914401"/>
          </a:xfrm>
          <a:prstGeom prst="rect">
            <a:avLst/>
          </a:prstGeom>
          <a:ln w="12700">
            <a:miter lim="400000"/>
          </a:ln>
        </p:spPr>
      </p:pic>
      <p:pic>
        <p:nvPicPr>
          <p:cNvPr id="187" name="Graphic 6" descr="Graphic 6"/>
          <p:cNvPicPr>
            <a:picLocks noChangeAspect="1"/>
          </p:cNvPicPr>
          <p:nvPr/>
        </p:nvPicPr>
        <p:blipFill>
          <a:blip r:embed="rId5">
            <a:extLst/>
          </a:blip>
          <a:stretch>
            <a:fillRect/>
          </a:stretch>
        </p:blipFill>
        <p:spPr>
          <a:xfrm>
            <a:off x="3161863" y="3153855"/>
            <a:ext cx="914401" cy="914401"/>
          </a:xfrm>
          <a:prstGeom prst="rect">
            <a:avLst/>
          </a:prstGeom>
          <a:ln w="12700">
            <a:miter lim="400000"/>
          </a:ln>
        </p:spPr>
      </p:pic>
      <p:pic>
        <p:nvPicPr>
          <p:cNvPr id="188" name="Graphic 14" descr="Graphic 14"/>
          <p:cNvPicPr>
            <a:picLocks noChangeAspect="1"/>
          </p:cNvPicPr>
          <p:nvPr/>
        </p:nvPicPr>
        <p:blipFill>
          <a:blip r:embed="rId6">
            <a:extLst/>
          </a:blip>
          <a:stretch>
            <a:fillRect/>
          </a:stretch>
        </p:blipFill>
        <p:spPr>
          <a:xfrm>
            <a:off x="4630983" y="1206649"/>
            <a:ext cx="914401" cy="914401"/>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Google Shape;200;p31"/>
          <p:cNvSpPr txBox="1"/>
          <p:nvPr>
            <p:ph type="title"/>
          </p:nvPr>
        </p:nvSpPr>
        <p:spPr>
          <a:xfrm>
            <a:off x="919053" y="187662"/>
            <a:ext cx="4803092" cy="572702"/>
          </a:xfrm>
          <a:prstGeom prst="rect">
            <a:avLst/>
          </a:prstGeom>
        </p:spPr>
        <p:txBody>
          <a:bodyPr/>
          <a:lstStyle>
            <a:lvl1pPr defTabSz="640079">
              <a:defRPr sz="2520"/>
            </a:lvl1pPr>
          </a:lstStyle>
          <a:p>
            <a:pPr/>
            <a:r>
              <a:t>PROCESS &amp; ARCHITECTURE </a:t>
            </a:r>
          </a:p>
        </p:txBody>
      </p:sp>
      <p:sp>
        <p:nvSpPr>
          <p:cNvPr id="191" name="TextBox 1"/>
          <p:cNvSpPr txBox="1"/>
          <p:nvPr/>
        </p:nvSpPr>
        <p:spPr>
          <a:xfrm>
            <a:off x="4048455" y="4727345"/>
            <a:ext cx="2774540" cy="28882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726B72"/>
                </a:solidFill>
              </a:defRPr>
            </a:lvl1pPr>
          </a:lstStyle>
          <a:p>
            <a:pPr/>
            <a:r>
              <a:t>AES ALGORITHM</a:t>
            </a:r>
          </a:p>
        </p:txBody>
      </p:sp>
      <p:pic>
        <p:nvPicPr>
          <p:cNvPr id="192" name="Picture 3" descr="Picture 3"/>
          <p:cNvPicPr>
            <a:picLocks noChangeAspect="1"/>
          </p:cNvPicPr>
          <p:nvPr/>
        </p:nvPicPr>
        <p:blipFill>
          <a:blip r:embed="rId2">
            <a:extLst/>
          </a:blip>
          <a:stretch>
            <a:fillRect/>
          </a:stretch>
        </p:blipFill>
        <p:spPr>
          <a:xfrm>
            <a:off x="2734724" y="869172"/>
            <a:ext cx="4359019" cy="3749365"/>
          </a:xfrm>
          <a:prstGeom prst="rect">
            <a:avLst/>
          </a:prstGeom>
          <a:ln w="38100">
            <a:solidFill>
              <a:srgbClr val="000000"/>
            </a:solidFill>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Title 1"/>
          <p:cNvSpPr txBox="1"/>
          <p:nvPr>
            <p:ph type="title"/>
          </p:nvPr>
        </p:nvSpPr>
        <p:spPr>
          <a:xfrm>
            <a:off x="790983" y="213827"/>
            <a:ext cx="3557358" cy="572702"/>
          </a:xfrm>
          <a:prstGeom prst="rect">
            <a:avLst/>
          </a:prstGeom>
        </p:spPr>
        <p:txBody>
          <a:bodyPr/>
          <a:lstStyle>
            <a:lvl1pPr defTabSz="640079">
              <a:defRPr sz="2520"/>
            </a:lvl1pPr>
          </a:lstStyle>
          <a:p>
            <a:pPr/>
            <a:r>
              <a:t>IMPLEMENTATION</a:t>
            </a:r>
          </a:p>
        </p:txBody>
      </p:sp>
      <p:sp>
        <p:nvSpPr>
          <p:cNvPr id="195" name="Subtitle 3"/>
          <p:cNvSpPr txBox="1"/>
          <p:nvPr>
            <p:ph type="body" sz="quarter" idx="1"/>
          </p:nvPr>
        </p:nvSpPr>
        <p:spPr>
          <a:xfrm>
            <a:off x="2569661" y="2290161"/>
            <a:ext cx="4543426" cy="417320"/>
          </a:xfrm>
          <a:prstGeom prst="rect">
            <a:avLst/>
          </a:prstGeom>
        </p:spPr>
        <p:txBody>
          <a:bodyPr/>
          <a:lstStyle>
            <a:lvl1pPr marL="137160" indent="-91440" defTabSz="365760">
              <a:defRPr sz="2160"/>
            </a:lvl1pPr>
          </a:lstStyle>
          <a:p>
            <a:pPr/>
            <a:r>
              <a:t>FIREBASE SS</a:t>
            </a:r>
          </a:p>
        </p:txBody>
      </p:sp>
      <p:pic>
        <p:nvPicPr>
          <p:cNvPr id="196" name="Picture 4" descr="Picture 4"/>
          <p:cNvPicPr>
            <a:picLocks noChangeAspect="1"/>
          </p:cNvPicPr>
          <p:nvPr/>
        </p:nvPicPr>
        <p:blipFill>
          <a:blip r:embed="rId2">
            <a:extLst/>
          </a:blip>
          <a:srcRect l="0" t="0" r="14345" b="0"/>
          <a:stretch>
            <a:fillRect/>
          </a:stretch>
        </p:blipFill>
        <p:spPr>
          <a:xfrm>
            <a:off x="1654968" y="1535905"/>
            <a:ext cx="6910390" cy="2600326"/>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Title 2"/>
          <p:cNvSpPr txBox="1"/>
          <p:nvPr>
            <p:ph type="title"/>
          </p:nvPr>
        </p:nvSpPr>
        <p:spPr>
          <a:xfrm>
            <a:off x="-1" y="172474"/>
            <a:ext cx="2788802" cy="572702"/>
          </a:xfrm>
          <a:prstGeom prst="rect">
            <a:avLst/>
          </a:prstGeom>
        </p:spPr>
        <p:txBody>
          <a:bodyPr/>
          <a:lstStyle>
            <a:lvl1pPr defTabSz="640079">
              <a:defRPr sz="2520"/>
            </a:lvl1pPr>
          </a:lstStyle>
          <a:p>
            <a:pPr/>
            <a:r>
              <a:t>RESULTS</a:t>
            </a:r>
          </a:p>
        </p:txBody>
      </p:sp>
      <p:pic>
        <p:nvPicPr>
          <p:cNvPr id="199" name="WhatsApp Image 2024-11-20 at 17.22.47.jpeg" descr="WhatsApp Image 2024-11-20 at 17.22.47.jpeg"/>
          <p:cNvPicPr>
            <a:picLocks noChangeAspect="1"/>
          </p:cNvPicPr>
          <p:nvPr/>
        </p:nvPicPr>
        <p:blipFill>
          <a:blip r:embed="rId2">
            <a:extLst/>
          </a:blip>
          <a:srcRect l="5267" t="6477" r="0" b="0"/>
          <a:stretch>
            <a:fillRect/>
          </a:stretch>
        </p:blipFill>
        <p:spPr>
          <a:xfrm>
            <a:off x="1621596" y="885589"/>
            <a:ext cx="1706513" cy="3363218"/>
          </a:xfrm>
          <a:prstGeom prst="rect">
            <a:avLst/>
          </a:prstGeom>
          <a:ln w="12700">
            <a:miter lim="400000"/>
          </a:ln>
        </p:spPr>
      </p:pic>
      <p:pic>
        <p:nvPicPr>
          <p:cNvPr id="200" name="WhatsApp Image 2024-11-20 at 17.22.47 (1).jpeg" descr="WhatsApp Image 2024-11-20 at 17.22.47 (1).jpeg"/>
          <p:cNvPicPr>
            <a:picLocks noChangeAspect="1"/>
          </p:cNvPicPr>
          <p:nvPr/>
        </p:nvPicPr>
        <p:blipFill>
          <a:blip r:embed="rId3">
            <a:extLst/>
          </a:blip>
          <a:srcRect l="0" t="0" r="0" b="5865"/>
          <a:stretch>
            <a:fillRect/>
          </a:stretch>
        </p:blipFill>
        <p:spPr>
          <a:xfrm>
            <a:off x="4067775" y="846867"/>
            <a:ext cx="1757660" cy="3343161"/>
          </a:xfrm>
          <a:prstGeom prst="rect">
            <a:avLst/>
          </a:prstGeom>
          <a:ln w="12700">
            <a:miter lim="400000"/>
          </a:ln>
        </p:spPr>
      </p:pic>
      <p:pic>
        <p:nvPicPr>
          <p:cNvPr id="201" name="WhatsApp Image 2024-11-20 at 17.22.47 (1).jpeg" descr="WhatsApp Image 2024-11-20 at 17.22.47 (1).jpeg"/>
          <p:cNvPicPr>
            <a:picLocks noChangeAspect="1"/>
          </p:cNvPicPr>
          <p:nvPr/>
        </p:nvPicPr>
        <p:blipFill>
          <a:blip r:embed="rId3">
            <a:extLst/>
          </a:blip>
          <a:stretch>
            <a:fillRect/>
          </a:stretch>
        </p:blipFill>
        <p:spPr>
          <a:prstGeom prst="rect">
            <a:avLst/>
          </a:prstGeom>
          <a:ln w="12700">
            <a:miter lim="400000"/>
          </a:ln>
        </p:spPr>
      </p:pic>
      <p:pic>
        <p:nvPicPr>
          <p:cNvPr id="202" name="WhatsApp Image 2024-11-20 at 17.22.47 (1).jpeg" descr="WhatsApp Image 2024-11-20 at 17.22.47 (1).jpeg"/>
          <p:cNvPicPr>
            <a:picLocks noChangeAspect="1"/>
          </p:cNvPicPr>
          <p:nvPr/>
        </p:nvPicPr>
        <p:blipFill>
          <a:blip r:embed="rId3">
            <a:extLst/>
          </a:blip>
          <a:stretch>
            <a:fillRect/>
          </a:stretch>
        </p:blipFill>
        <p:spPr>
          <a:prstGeom prst="rect">
            <a:avLst/>
          </a:prstGeom>
          <a:ln w="12700">
            <a:miter lim="400000"/>
          </a:ln>
        </p:spPr>
      </p:pic>
      <p:pic>
        <p:nvPicPr>
          <p:cNvPr id="203" name="WhatsApp Image 2024-11-20 at 17.22.47 (1).jpeg" descr="WhatsApp Image 2024-11-20 at 17.22.47 (1).jpeg"/>
          <p:cNvPicPr>
            <a:picLocks noChangeAspect="1"/>
          </p:cNvPicPr>
          <p:nvPr/>
        </p:nvPicPr>
        <p:blipFill>
          <a:blip r:embed="rId3">
            <a:extLst/>
          </a:blip>
          <a:stretch>
            <a:fillRect/>
          </a:stretch>
        </p:blipFill>
        <p:spPr>
          <a:prstGeom prst="rect">
            <a:avLst/>
          </a:prstGeom>
          <a:ln w="12700">
            <a:miter lim="400000"/>
          </a:ln>
        </p:spPr>
      </p:pic>
      <p:pic>
        <p:nvPicPr>
          <p:cNvPr id="204" name="WhatsApp Image 2024-11-20 at 17.22.47 (1).jpeg" descr="WhatsApp Image 2024-11-20 at 17.22.47 (1).jpeg"/>
          <p:cNvPicPr>
            <a:picLocks noChangeAspect="1"/>
          </p:cNvPicPr>
          <p:nvPr/>
        </p:nvPicPr>
        <p:blipFill>
          <a:blip r:embed="rId3">
            <a:extLst/>
          </a:blip>
          <a:stretch>
            <a:fillRect/>
          </a:stretch>
        </p:blipFill>
        <p:spPr>
          <a:xfrm>
            <a:off x="6701979" y="883344"/>
            <a:ext cx="1666672" cy="3367610"/>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Google Shape;267;p35"/>
          <p:cNvSpPr/>
          <p:nvPr/>
        </p:nvSpPr>
        <p:spPr>
          <a:xfrm>
            <a:off x="171926" y="182260"/>
            <a:ext cx="8779194" cy="646415"/>
          </a:xfrm>
          <a:prstGeom prst="rect">
            <a:avLst/>
          </a:prstGeom>
          <a:ln w="19050">
            <a:solidFill>
              <a:schemeClr val="accent2"/>
            </a:solidFill>
          </a:ln>
        </p:spPr>
        <p:txBody>
          <a:bodyPr lIns="45719" rIns="45719" anchor="ctr"/>
          <a:lstStyle/>
          <a:p>
            <a:pPr/>
          </a:p>
        </p:txBody>
      </p:sp>
      <p:sp>
        <p:nvSpPr>
          <p:cNvPr id="207" name="Google Shape;268;p35"/>
          <p:cNvSpPr txBox="1"/>
          <p:nvPr>
            <p:ph type="title"/>
          </p:nvPr>
        </p:nvSpPr>
        <p:spPr>
          <a:xfrm>
            <a:off x="1524123" y="312570"/>
            <a:ext cx="5519615" cy="572702"/>
          </a:xfrm>
          <a:prstGeom prst="rect">
            <a:avLst/>
          </a:prstGeom>
        </p:spPr>
        <p:txBody>
          <a:bodyPr/>
          <a:lstStyle>
            <a:lvl1pPr defTabSz="640079">
              <a:defRPr sz="2520"/>
            </a:lvl1pPr>
          </a:lstStyle>
          <a:p>
            <a:pPr/>
            <a:r>
              <a:t>CONCLUSION &amp; FUTURE WORK</a:t>
            </a:r>
          </a:p>
        </p:txBody>
      </p:sp>
      <p:sp>
        <p:nvSpPr>
          <p:cNvPr id="208" name="Google Shape;272;p35"/>
          <p:cNvSpPr txBox="1"/>
          <p:nvPr/>
        </p:nvSpPr>
        <p:spPr>
          <a:xfrm>
            <a:off x="1059180" y="1550192"/>
            <a:ext cx="7223760" cy="2246209"/>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indent="457200" algn="just">
              <a:defRPr sz="1800">
                <a:solidFill>
                  <a:srgbClr val="FFFFFF"/>
                </a:solidFill>
              </a:defRPr>
            </a:lvl1pPr>
          </a:lstStyle>
          <a:p>
            <a:pPr/>
            <a:r>
              <a:t>It is an essential app to have on smartphone for those who are considering privacy as their first priority. It will be a secure messaging application that lets users allow to communicate over secured cloud environment. It will also give you the ability of sending and accepting request. The application will also be able to keep users’ personal information secure. This can be very helpful in terms of privacy. </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Title 2"/>
          <p:cNvSpPr txBox="1"/>
          <p:nvPr>
            <p:ph type="title"/>
          </p:nvPr>
        </p:nvSpPr>
        <p:spPr>
          <a:xfrm>
            <a:off x="1042987" y="217349"/>
            <a:ext cx="2686050" cy="572702"/>
          </a:xfrm>
          <a:prstGeom prst="rect">
            <a:avLst/>
          </a:prstGeom>
        </p:spPr>
        <p:txBody>
          <a:bodyPr/>
          <a:lstStyle>
            <a:lvl1pPr defTabSz="640079">
              <a:defRPr sz="2520"/>
            </a:lvl1pPr>
          </a:lstStyle>
          <a:p>
            <a:pPr/>
            <a:r>
              <a:t>FUTURE WORK</a:t>
            </a:r>
          </a:p>
        </p:txBody>
      </p:sp>
      <p:pic>
        <p:nvPicPr>
          <p:cNvPr id="211" name="Picture 2" descr="Picture 2"/>
          <p:cNvPicPr>
            <a:picLocks noChangeAspect="1"/>
          </p:cNvPicPr>
          <p:nvPr/>
        </p:nvPicPr>
        <p:blipFill>
          <a:blip r:embed="rId2">
            <a:extLst/>
          </a:blip>
          <a:srcRect l="66533" t="13662" r="0" b="0"/>
          <a:stretch>
            <a:fillRect/>
          </a:stretch>
        </p:blipFill>
        <p:spPr>
          <a:xfrm>
            <a:off x="6057994" y="1052983"/>
            <a:ext cx="2075607" cy="2677368"/>
          </a:xfrm>
          <a:prstGeom prst="rect">
            <a:avLst/>
          </a:prstGeom>
          <a:ln w="12700">
            <a:miter lim="400000"/>
          </a:ln>
        </p:spPr>
      </p:pic>
      <p:sp>
        <p:nvSpPr>
          <p:cNvPr id="212" name="Title 1"/>
          <p:cNvSpPr txBox="1"/>
          <p:nvPr/>
        </p:nvSpPr>
        <p:spPr>
          <a:xfrm>
            <a:off x="5353724" y="3769569"/>
            <a:ext cx="3580212" cy="1478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spAutoFit/>
          </a:bodyPr>
          <a:lstStyle>
            <a:lvl1pPr algn="ctr">
              <a:defRPr sz="2800">
                <a:solidFill>
                  <a:schemeClr val="accent2"/>
                </a:solidFill>
                <a:latin typeface="Passion One"/>
                <a:ea typeface="Passion One"/>
                <a:cs typeface="Passion One"/>
                <a:sym typeface="Passion One"/>
              </a:defRPr>
            </a:lvl1pPr>
          </a:lstStyle>
          <a:p>
            <a:pPr/>
            <a:r>
              <a:t>CONFERENCE CALLS / VIDEO CALLS</a:t>
            </a:r>
          </a:p>
        </p:txBody>
      </p:sp>
      <p:sp>
        <p:nvSpPr>
          <p:cNvPr id="213" name="Title 1"/>
          <p:cNvSpPr txBox="1"/>
          <p:nvPr/>
        </p:nvSpPr>
        <p:spPr>
          <a:xfrm>
            <a:off x="1809088" y="3534782"/>
            <a:ext cx="2486149" cy="10464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spAutoFit/>
          </a:bodyPr>
          <a:lstStyle>
            <a:lvl1pPr algn="r">
              <a:defRPr sz="2800">
                <a:solidFill>
                  <a:schemeClr val="accent2"/>
                </a:solidFill>
                <a:latin typeface="Passion One"/>
                <a:ea typeface="Passion One"/>
                <a:cs typeface="Passion One"/>
                <a:sym typeface="Passion One"/>
              </a:defRPr>
            </a:lvl1pPr>
          </a:lstStyle>
          <a:p>
            <a:pPr/>
            <a:r>
              <a:t>FILE SHARING</a:t>
            </a:r>
          </a:p>
        </p:txBody>
      </p:sp>
      <p:pic>
        <p:nvPicPr>
          <p:cNvPr id="214" name="Picture 4" descr="Picture 4"/>
          <p:cNvPicPr>
            <a:picLocks noChangeAspect="1"/>
          </p:cNvPicPr>
          <p:nvPr/>
        </p:nvPicPr>
        <p:blipFill>
          <a:blip r:embed="rId3">
            <a:extLst/>
          </a:blip>
          <a:stretch>
            <a:fillRect/>
          </a:stretch>
        </p:blipFill>
        <p:spPr>
          <a:xfrm>
            <a:off x="1723486" y="848616"/>
            <a:ext cx="3086101" cy="308610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Title 1"/>
          <p:cNvSpPr txBox="1"/>
          <p:nvPr>
            <p:ph type="title"/>
          </p:nvPr>
        </p:nvSpPr>
        <p:spPr>
          <a:xfrm>
            <a:off x="603761" y="151043"/>
            <a:ext cx="2788802" cy="572702"/>
          </a:xfrm>
          <a:prstGeom prst="rect">
            <a:avLst/>
          </a:prstGeom>
        </p:spPr>
        <p:txBody>
          <a:bodyPr/>
          <a:lstStyle>
            <a:lvl1pPr defTabSz="640079">
              <a:defRPr sz="2520"/>
            </a:lvl1pPr>
          </a:lstStyle>
          <a:p>
            <a:pPr/>
            <a:r>
              <a:t>REFERENCES</a:t>
            </a:r>
          </a:p>
        </p:txBody>
      </p:sp>
      <p:sp>
        <p:nvSpPr>
          <p:cNvPr id="217" name="Subtitle 2"/>
          <p:cNvSpPr txBox="1"/>
          <p:nvPr>
            <p:ph type="body" sz="quarter" idx="1"/>
          </p:nvPr>
        </p:nvSpPr>
        <p:spPr>
          <a:xfrm>
            <a:off x="2456195" y="1417353"/>
            <a:ext cx="6573506" cy="812701"/>
          </a:xfrm>
          <a:prstGeom prst="rect">
            <a:avLst/>
          </a:prstGeom>
        </p:spPr>
        <p:txBody>
          <a:bodyPr/>
          <a:lstStyle>
            <a:lvl1pPr algn="l">
              <a:defRPr u="sng">
                <a:uFill>
                  <a:solidFill>
                    <a:schemeClr val="accent2"/>
                  </a:solidFill>
                </a:uFill>
                <a:hlinkClick r:id="rId2" invalidUrl="" action="" tgtFrame="" tooltip="" history="1" highlightClick="0" endSnd="0"/>
              </a:defRPr>
            </a:lvl1pPr>
          </a:lstStyle>
          <a:p>
            <a:pPr>
              <a:defRPr u="none">
                <a:uFillTx/>
              </a:defRPr>
            </a:pPr>
            <a:r>
              <a:rPr u="sng">
                <a:uFill>
                  <a:solidFill>
                    <a:schemeClr val="accent2"/>
                  </a:solidFill>
                </a:uFill>
                <a:hlinkClick r:id="rId2" invalidUrl="" action="" tgtFrame="" tooltip="" history="1" highlightClick="0" endSnd="0"/>
              </a:rPr>
              <a:t>https://journals.lww.com/jcejournal/Abstract/2022/04000/Review_of_Advanced_Techniques_for_Data_Security.10.aspx?context=LatestArticles</a:t>
            </a:r>
          </a:p>
        </p:txBody>
      </p:sp>
      <p:sp>
        <p:nvSpPr>
          <p:cNvPr id="218" name="Title 3"/>
          <p:cNvSpPr txBox="1"/>
          <p:nvPr/>
        </p:nvSpPr>
        <p:spPr>
          <a:xfrm>
            <a:off x="1358321" y="1409653"/>
            <a:ext cx="1554602" cy="5388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defTabSz="685800">
              <a:defRPr sz="2250">
                <a:solidFill>
                  <a:srgbClr val="FFFFFF"/>
                </a:solidFill>
                <a:latin typeface="Passion One"/>
                <a:ea typeface="Passion One"/>
                <a:cs typeface="Passion One"/>
                <a:sym typeface="Passion One"/>
              </a:defRPr>
            </a:lvl1pPr>
          </a:lstStyle>
          <a:p>
            <a:pPr/>
            <a:r>
              <a:t>01</a:t>
            </a:r>
          </a:p>
        </p:txBody>
      </p:sp>
      <p:sp>
        <p:nvSpPr>
          <p:cNvPr id="219" name="Subtitle 4"/>
          <p:cNvSpPr txBox="1"/>
          <p:nvPr/>
        </p:nvSpPr>
        <p:spPr>
          <a:xfrm>
            <a:off x="2349039" y="2451180"/>
            <a:ext cx="5040667" cy="5734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marL="342900" indent="-228600" algn="ctr">
              <a:defRPr u="sng">
                <a:solidFill>
                  <a:schemeClr val="accent2"/>
                </a:solidFill>
                <a:uFill>
                  <a:solidFill>
                    <a:schemeClr val="accent2"/>
                  </a:solidFill>
                </a:uFill>
                <a:hlinkClick r:id="rId3" invalidUrl="" action="" tgtFrame="" tooltip="" history="1" highlightClick="0" endSnd="0"/>
              </a:defRPr>
            </a:lvl1pPr>
          </a:lstStyle>
          <a:p>
            <a:pPr>
              <a:defRPr u="none">
                <a:uFillTx/>
              </a:defRPr>
            </a:pPr>
            <a:r>
              <a:rPr u="sng">
                <a:uFill>
                  <a:solidFill>
                    <a:schemeClr val="accent2"/>
                  </a:solidFill>
                </a:uFill>
                <a:hlinkClick r:id="rId3" invalidUrl="" action="" tgtFrame="" tooltip="" history="1" highlightClick="0" endSnd="0"/>
              </a:rPr>
              <a:t>https://www.hindawi.com/journals/cin/2022/8303504/</a:t>
            </a:r>
          </a:p>
        </p:txBody>
      </p:sp>
      <p:sp>
        <p:nvSpPr>
          <p:cNvPr id="220" name="Title 5"/>
          <p:cNvSpPr txBox="1"/>
          <p:nvPr/>
        </p:nvSpPr>
        <p:spPr>
          <a:xfrm>
            <a:off x="1358321" y="2422541"/>
            <a:ext cx="1554602" cy="5388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defTabSz="685800">
              <a:defRPr sz="2250">
                <a:solidFill>
                  <a:srgbClr val="FFFFFF"/>
                </a:solidFill>
                <a:latin typeface="Passion One"/>
                <a:ea typeface="Passion One"/>
                <a:cs typeface="Passion One"/>
                <a:sym typeface="Passion One"/>
              </a:defRPr>
            </a:lvl1pPr>
          </a:lstStyle>
          <a:p>
            <a:pPr/>
            <a:r>
              <a:t>02</a:t>
            </a:r>
          </a:p>
        </p:txBody>
      </p:sp>
      <p:sp>
        <p:nvSpPr>
          <p:cNvPr id="221" name="Subtitle 6"/>
          <p:cNvSpPr txBox="1"/>
          <p:nvPr/>
        </p:nvSpPr>
        <p:spPr>
          <a:xfrm>
            <a:off x="2147603" y="3559274"/>
            <a:ext cx="4720208" cy="81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marL="342900" indent="-228600" algn="ctr">
              <a:defRPr u="sng">
                <a:solidFill>
                  <a:schemeClr val="accent2"/>
                </a:solidFill>
                <a:uFill>
                  <a:solidFill>
                    <a:schemeClr val="accent2"/>
                  </a:solidFill>
                </a:uFill>
                <a:hlinkClick r:id="rId4" invalidUrl="" action="" tgtFrame="" tooltip="" history="1" highlightClick="0" endSnd="0"/>
              </a:defRPr>
            </a:lvl1pPr>
          </a:lstStyle>
          <a:p>
            <a:pPr>
              <a:defRPr u="none">
                <a:uFillTx/>
              </a:defRPr>
            </a:pPr>
            <a:r>
              <a:rPr u="sng">
                <a:uFill>
                  <a:solidFill>
                    <a:schemeClr val="accent2"/>
                  </a:solidFill>
                </a:uFill>
                <a:hlinkClick r:id="rId4" invalidUrl="" action="" tgtFrame="" tooltip="" history="1" highlightClick="0" endSnd="0"/>
              </a:rPr>
              <a:t>https://www.mdpi.com/2073-8994/14/4/695</a:t>
            </a:r>
          </a:p>
        </p:txBody>
      </p:sp>
      <p:sp>
        <p:nvSpPr>
          <p:cNvPr id="222" name="Title 7"/>
          <p:cNvSpPr txBox="1"/>
          <p:nvPr/>
        </p:nvSpPr>
        <p:spPr>
          <a:xfrm>
            <a:off x="1358321" y="3503169"/>
            <a:ext cx="1554602" cy="5388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defTabSz="685800">
              <a:defRPr sz="2250">
                <a:solidFill>
                  <a:srgbClr val="FFFFFF"/>
                </a:solidFill>
                <a:latin typeface="Passion One"/>
                <a:ea typeface="Passion One"/>
                <a:cs typeface="Passion One"/>
                <a:sym typeface="Passion One"/>
              </a:defRPr>
            </a:lvl1pPr>
          </a:lstStyle>
          <a:p>
            <a:pPr/>
            <a:r>
              <a:t>03</a:t>
            </a:r>
          </a:p>
        </p:txBody>
      </p:sp>
      <p:sp>
        <p:nvSpPr>
          <p:cNvPr id="223" name="Google Shape;267;p35"/>
          <p:cNvSpPr/>
          <p:nvPr/>
        </p:nvSpPr>
        <p:spPr>
          <a:xfrm rot="5400000">
            <a:off x="-1562222" y="1802485"/>
            <a:ext cx="4477374" cy="661605"/>
          </a:xfrm>
          <a:prstGeom prst="rect">
            <a:avLst/>
          </a:prstGeom>
          <a:ln w="19050">
            <a:solidFill>
              <a:schemeClr val="accent2"/>
            </a:solidFill>
          </a:ln>
        </p:spPr>
        <p:txBody>
          <a:bodyPr lIns="45719" rIns="45719" anchor="ctr"/>
          <a:lstStyle/>
          <a:p>
            <a:pP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Google Shape;268;p35"/>
          <p:cNvSpPr txBox="1"/>
          <p:nvPr/>
        </p:nvSpPr>
        <p:spPr>
          <a:xfrm>
            <a:off x="2755581" y="1139155"/>
            <a:ext cx="3375661" cy="18338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spAutoFit/>
          </a:bodyPr>
          <a:lstStyle>
            <a:lvl1pPr algn="r">
              <a:defRPr sz="5400">
                <a:solidFill>
                  <a:srgbClr val="FFFFFF"/>
                </a:solidFill>
                <a:latin typeface="Passion One"/>
                <a:ea typeface="Passion One"/>
                <a:cs typeface="Passion One"/>
                <a:sym typeface="Passion One"/>
              </a:defRPr>
            </a:lvl1pPr>
          </a:lstStyle>
          <a:p>
            <a:pPr/>
            <a:r>
              <a:t>THANK YOU!</a:t>
            </a:r>
          </a:p>
        </p:txBody>
      </p:sp>
      <p:sp>
        <p:nvSpPr>
          <p:cNvPr id="226" name="Rectangle 2"/>
          <p:cNvSpPr/>
          <p:nvPr/>
        </p:nvSpPr>
        <p:spPr>
          <a:xfrm>
            <a:off x="274320" y="190500"/>
            <a:ext cx="8656320" cy="4792980"/>
          </a:xfrm>
          <a:prstGeom prst="rect">
            <a:avLst/>
          </a:prstGeom>
          <a:ln w="57150">
            <a:solidFill>
              <a:srgbClr val="FFFFFF"/>
            </a:solidFill>
          </a:ln>
        </p:spPr>
        <p:txBody>
          <a:bodyPr lIns="45719" rIns="45719" anchor="ctr"/>
          <a:lstStyle/>
          <a:p>
            <a:pPr algn="ctr">
              <a:defRPr>
                <a:solidFill>
                  <a:srgbClr val="FFFFFF"/>
                </a:solidFill>
              </a:defRPr>
            </a:pP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Google Shape;268;p35"/>
          <p:cNvSpPr txBox="1"/>
          <p:nvPr/>
        </p:nvSpPr>
        <p:spPr>
          <a:xfrm>
            <a:off x="2576988" y="1893218"/>
            <a:ext cx="3375660" cy="10083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spAutoFit/>
          </a:bodyPr>
          <a:lstStyle>
            <a:lvl1pPr algn="r">
              <a:defRPr sz="5400">
                <a:solidFill>
                  <a:srgbClr val="FFFFFF"/>
                </a:solidFill>
                <a:latin typeface="Passion One"/>
                <a:ea typeface="Passion One"/>
                <a:cs typeface="Passion One"/>
                <a:sym typeface="Passion One"/>
              </a:defRPr>
            </a:lvl1pPr>
          </a:lstStyle>
          <a:p>
            <a:pPr/>
            <a:r>
              <a:t>Questions </a:t>
            </a:r>
          </a:p>
        </p:txBody>
      </p:sp>
      <p:sp>
        <p:nvSpPr>
          <p:cNvPr id="229" name="Rectangle 2"/>
          <p:cNvSpPr/>
          <p:nvPr/>
        </p:nvSpPr>
        <p:spPr>
          <a:xfrm>
            <a:off x="274320" y="190500"/>
            <a:ext cx="8656320" cy="4792980"/>
          </a:xfrm>
          <a:prstGeom prst="rect">
            <a:avLst/>
          </a:prstGeom>
          <a:ln w="57150">
            <a:solidFill>
              <a:srgbClr val="FFFFFF"/>
            </a:solidFill>
          </a:ln>
        </p:spPr>
        <p:txBody>
          <a:bodyPr lIns="45719" rIns="45719" anchor="ctr"/>
          <a:lstStyle/>
          <a:p>
            <a:pPr algn="ctr">
              <a:defRPr>
                <a:solidFill>
                  <a:srgbClr val="FFFFFF"/>
                </a:solidFill>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Free Tour Company by Slidesgo">
  <a:themeElements>
    <a:clrScheme name="Free Tour Company by Slidesgo">
      <a:dk1>
        <a:srgbClr val="000000"/>
      </a:dk1>
      <a:lt1>
        <a:srgbClr val="FFFFFF"/>
      </a:lt1>
      <a:dk2>
        <a:srgbClr val="A7A7A7"/>
      </a:dk2>
      <a:lt2>
        <a:srgbClr val="535353"/>
      </a:lt2>
      <a:accent1>
        <a:srgbClr val="6DD6B8"/>
      </a:accent1>
      <a:accent2>
        <a:srgbClr val="434343"/>
      </a:accent2>
      <a:accent3>
        <a:srgbClr val="78909C"/>
      </a:accent3>
      <a:accent4>
        <a:srgbClr val="4C9983"/>
      </a:accent4>
      <a:accent5>
        <a:srgbClr val="FFD966"/>
      </a:accent5>
      <a:accent6>
        <a:srgbClr val="F9CB9C"/>
      </a:accent6>
      <a:hlink>
        <a:srgbClr val="0000FF"/>
      </a:hlink>
      <a:folHlink>
        <a:srgbClr val="FF00FF"/>
      </a:folHlink>
    </a:clrScheme>
    <a:fontScheme name="Free Tour Company by Slidesgo">
      <a:majorFont>
        <a:latin typeface="Arial"/>
        <a:ea typeface="Arial"/>
        <a:cs typeface="Arial"/>
      </a:majorFont>
      <a:minorFont>
        <a:latin typeface="Helvetica"/>
        <a:ea typeface="Helvetica"/>
        <a:cs typeface="Helvetica"/>
      </a:minorFont>
    </a:fontScheme>
    <a:fmtScheme name="Free Tour Company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Free Tour Company by Slidesgo">
  <a:themeElements>
    <a:clrScheme name="Free Tour Company by Slidesgo">
      <a:dk1>
        <a:srgbClr val="000000"/>
      </a:dk1>
      <a:lt1>
        <a:srgbClr val="FFFFFF"/>
      </a:lt1>
      <a:dk2>
        <a:srgbClr val="A7A7A7"/>
      </a:dk2>
      <a:lt2>
        <a:srgbClr val="535353"/>
      </a:lt2>
      <a:accent1>
        <a:srgbClr val="6DD6B8"/>
      </a:accent1>
      <a:accent2>
        <a:srgbClr val="434343"/>
      </a:accent2>
      <a:accent3>
        <a:srgbClr val="78909C"/>
      </a:accent3>
      <a:accent4>
        <a:srgbClr val="4C9983"/>
      </a:accent4>
      <a:accent5>
        <a:srgbClr val="FFD966"/>
      </a:accent5>
      <a:accent6>
        <a:srgbClr val="F9CB9C"/>
      </a:accent6>
      <a:hlink>
        <a:srgbClr val="0000FF"/>
      </a:hlink>
      <a:folHlink>
        <a:srgbClr val="FF00FF"/>
      </a:folHlink>
    </a:clrScheme>
    <a:fontScheme name="Free Tour Company by Slidesgo">
      <a:majorFont>
        <a:latin typeface="Arial"/>
        <a:ea typeface="Arial"/>
        <a:cs typeface="Arial"/>
      </a:majorFont>
      <a:minorFont>
        <a:latin typeface="Helvetica"/>
        <a:ea typeface="Helvetica"/>
        <a:cs typeface="Helvetica"/>
      </a:minorFont>
    </a:fontScheme>
    <a:fmtScheme name="Free Tour Company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