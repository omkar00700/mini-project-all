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0"/>
  </p:notesMasterIdLst>
  <p:sldIdLst>
    <p:sldId id="278" r:id="rId2"/>
    <p:sldId id="279" r:id="rId3"/>
    <p:sldId id="280" r:id="rId4"/>
    <p:sldId id="281" r:id="rId5"/>
    <p:sldId id="282" r:id="rId6"/>
    <p:sldId id="292" r:id="rId7"/>
    <p:sldId id="294" r:id="rId8"/>
    <p:sldId id="293" r:id="rId9"/>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9" autoAdjust="0"/>
  </p:normalViewPr>
  <p:slideViewPr>
    <p:cSldViewPr snapToGrid="0" snapToObjects="1">
      <p:cViewPr varScale="1">
        <p:scale>
          <a:sx n="82" d="100"/>
          <a:sy n="82" d="100"/>
        </p:scale>
        <p:origin x="643" y="72"/>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a:xfrm>
            <a:off x="3403092" y="1315617"/>
            <a:ext cx="5385816" cy="1893928"/>
          </a:xfrm>
        </p:spPr>
        <p:txBody>
          <a:bodyPr/>
          <a:lstStyle/>
          <a:p>
            <a:r>
              <a:rPr lang="en-US" dirty="0"/>
              <a:t>Meta-Data extractor for images</a:t>
            </a:r>
            <a:br>
              <a:rPr lang="en-US" dirty="0"/>
            </a:br>
            <a:endParaRPr lang="en-US" dirty="0"/>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65E9-D88A-55D3-9D42-BD1C24B6DE9F}"/>
              </a:ext>
            </a:extLst>
          </p:cNvPr>
          <p:cNvSpPr>
            <a:spLocks noGrp="1"/>
          </p:cNvSpPr>
          <p:nvPr>
            <p:ph type="title"/>
          </p:nvPr>
        </p:nvSpPr>
        <p:spPr/>
        <p:txBody>
          <a:bodyPr/>
          <a:lstStyle/>
          <a:p>
            <a:r>
              <a:rPr lang="en-US" dirty="0" err="1">
                <a:latin typeface="Arial Black" panose="020B0604020202020204" pitchFamily="34" charset="0"/>
                <a:ea typeface="Arial Regular" pitchFamily="34" charset="-122"/>
                <a:cs typeface="Arial Black" panose="020B0604020202020204" pitchFamily="34" charset="0"/>
              </a:rPr>
              <a:t>INdex</a:t>
            </a:r>
            <a:endParaRPr lang="en-US" sz="4400" b="1" dirty="0">
              <a:solidFill>
                <a:schemeClr val="accent6"/>
              </a:solidFill>
              <a:latin typeface="Arial Black" panose="020B0604020202020204" pitchFamily="34" charset="0"/>
              <a:cs typeface="Arial Black" panose="020B0604020202020204" pitchFamily="34" charset="0"/>
            </a:endParaRPr>
          </a:p>
        </p:txBody>
      </p:sp>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499616" y="2770631"/>
            <a:ext cx="5693664" cy="3340919"/>
          </a:xfrm>
        </p:spPr>
        <p:txBody>
          <a:bodyPr/>
          <a:lstStyle/>
          <a:p>
            <a:r>
              <a:rPr lang="en-US" b="1" dirty="0"/>
              <a:t>Introduction​</a:t>
            </a:r>
          </a:p>
          <a:p>
            <a:r>
              <a:rPr lang="en-US" b="1" dirty="0"/>
              <a:t>What is Meta-Data Extraction ?</a:t>
            </a:r>
          </a:p>
          <a:p>
            <a:r>
              <a:rPr lang="en-US" b="1" dirty="0"/>
              <a:t>​Example of Meta-Data </a:t>
            </a:r>
          </a:p>
          <a:p>
            <a:r>
              <a:rPr lang="en-US" b="1" dirty="0"/>
              <a:t>Why We Need Meta-Data ?</a:t>
            </a:r>
          </a:p>
          <a:p>
            <a:r>
              <a:rPr lang="en-US" b="1" dirty="0"/>
              <a:t>Conclusion</a:t>
            </a:r>
          </a:p>
          <a:p>
            <a:r>
              <a:rPr lang="en-US" b="1" dirty="0"/>
              <a:t>​Summary​</a:t>
            </a:r>
          </a:p>
          <a:p>
            <a:endParaRPr lang="en-US" dirty="0"/>
          </a:p>
        </p:txBody>
      </p:sp>
    </p:spTree>
    <p:extLst>
      <p:ext uri="{BB962C8B-B14F-4D97-AF65-F5344CB8AC3E}">
        <p14:creationId xmlns:p14="http://schemas.microsoft.com/office/powerpoint/2010/main" val="3855531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0BC6-9DA0-FB4D-8879-DC8B3958C07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E0B8C4B-3A3C-9FD1-59FB-1666C1F09376}"/>
              </a:ext>
            </a:extLst>
          </p:cNvPr>
          <p:cNvSpPr>
            <a:spLocks noGrp="1"/>
          </p:cNvSpPr>
          <p:nvPr>
            <p:ph idx="1"/>
          </p:nvPr>
        </p:nvSpPr>
        <p:spPr>
          <a:xfrm>
            <a:off x="4224528" y="3240024"/>
            <a:ext cx="6766560" cy="2700528"/>
          </a:xfrm>
        </p:spPr>
        <p:txBody>
          <a:bodyPr/>
          <a:lstStyle/>
          <a:p>
            <a:r>
              <a:rPr lang="en-US" sz="2000" b="1" dirty="0">
                <a:solidFill>
                  <a:srgbClr val="202124"/>
                </a:solidFill>
                <a:effectLst/>
                <a:latin typeface="Arial" panose="020B0604020202020204" pitchFamily="34" charset="0"/>
                <a:ea typeface="Calibri" panose="020F0502020204030204" pitchFamily="34" charset="0"/>
              </a:rPr>
              <a:t>Metadata means "data about data". Metadata is defined as the data providing information about one or more aspects of the data; it is used to summarize basic information about data that can make tracking and working with specific data easier. Some examples include: Means of creation of the data</a:t>
            </a:r>
            <a:endParaRPr lang="en-US" sz="2000" b="1" dirty="0"/>
          </a:p>
        </p:txBody>
      </p:sp>
      <p:sp>
        <p:nvSpPr>
          <p:cNvPr id="14" name="Footer Placeholder 13">
            <a:extLst>
              <a:ext uri="{FF2B5EF4-FFF2-40B4-BE49-F238E27FC236}">
                <a16:creationId xmlns:a16="http://schemas.microsoft.com/office/drawing/2014/main" id="{03571BF2-FCCE-E7A0-736D-9168D2BBFF63}"/>
              </a:ext>
            </a:extLst>
          </p:cNvPr>
          <p:cNvSpPr>
            <a:spLocks noGrp="1"/>
          </p:cNvSpPr>
          <p:nvPr>
            <p:ph type="ftr" sz="quarter" idx="11"/>
          </p:nvPr>
        </p:nvSpPr>
        <p:spPr/>
        <p:txBody>
          <a:bodyPr/>
          <a:lstStyle/>
          <a:p>
            <a:r>
              <a:rPr lang="en-US" b="1" dirty="0"/>
              <a:t>Meta-Data Extractor for images</a:t>
            </a:r>
          </a:p>
        </p:txBody>
      </p:sp>
      <p:sp>
        <p:nvSpPr>
          <p:cNvPr id="15" name="Slide Number Placeholder 14">
            <a:extLst>
              <a:ext uri="{FF2B5EF4-FFF2-40B4-BE49-F238E27FC236}">
                <a16:creationId xmlns:a16="http://schemas.microsoft.com/office/drawing/2014/main" id="{7FC3FD3F-45EE-74E3-AD64-441303B83EF3}"/>
              </a:ext>
            </a:extLst>
          </p:cNvPr>
          <p:cNvSpPr>
            <a:spLocks noGrp="1"/>
          </p:cNvSpPr>
          <p:nvPr>
            <p:ph type="sldNum" sz="quarter" idx="12"/>
          </p:nvPr>
        </p:nvSpPr>
        <p:spPr/>
        <p:txBody>
          <a:bodyPr/>
          <a:lstStyle/>
          <a:p>
            <a:fld id="{48F63A3B-78C7-47BE-AE5E-E10140E04643}" type="slidenum">
              <a:rPr lang="en-US" smtClean="0"/>
              <a:t>3</a:t>
            </a:fld>
            <a:endParaRPr lang="en-US" dirty="0"/>
          </a:p>
        </p:txBody>
      </p:sp>
    </p:spTree>
    <p:extLst>
      <p:ext uri="{BB962C8B-B14F-4D97-AF65-F5344CB8AC3E}">
        <p14:creationId xmlns:p14="http://schemas.microsoft.com/office/powerpoint/2010/main" val="979622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2895600" y="2862072"/>
            <a:ext cx="6400800" cy="768096"/>
          </a:xfrm>
        </p:spPr>
        <p:txBody>
          <a:bodyPr/>
          <a:lstStyle/>
          <a:p>
            <a:r>
              <a:rPr lang="en-US" sz="3200" b="1" dirty="0">
                <a:solidFill>
                  <a:schemeClr val="accent6"/>
                </a:solidFill>
                <a:latin typeface="Arial Black" panose="020B0604020202020204" pitchFamily="34" charset="0"/>
                <a:cs typeface="Arial Black" panose="020B0604020202020204" pitchFamily="34" charset="0"/>
              </a:rPr>
              <a:t>Meta-data extraction</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type="body" idx="1"/>
          </p:nvPr>
        </p:nvSpPr>
        <p:spPr>
          <a:xfrm>
            <a:off x="2895600" y="3769567"/>
            <a:ext cx="6400800" cy="2332653"/>
          </a:xfrm>
        </p:spPr>
        <p:txBody>
          <a:bodyPr/>
          <a:lstStyle/>
          <a:p>
            <a:r>
              <a:rPr lang="en-US" sz="2000" b="1" dirty="0">
                <a:solidFill>
                  <a:srgbClr val="202124"/>
                </a:solidFill>
                <a:effectLst/>
                <a:latin typeface="Arial" panose="020B0604020202020204" pitchFamily="34" charset="0"/>
                <a:ea typeface="Calibri" panose="020F0502020204030204" pitchFamily="34" charset="0"/>
                <a:cs typeface="Arial" panose="020B0604020202020204" pitchFamily="34" charset="0"/>
              </a:rPr>
              <a:t>Metadata extraction is the retrieval of any embedded metadata that may be present in a given file. Forensic analysis of any single digital media focuses on retrieving and exploiting forensic artifacts as part of an examination of activities on a computer system or systems.</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p>
            <a:pPr algn="ctr"/>
            <a:endParaRPr lang="en-US" sz="2400" dirty="0">
              <a:solidFill>
                <a:schemeClr val="accent6"/>
              </a:solidFill>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05673" y="2435291"/>
            <a:ext cx="8527247" cy="2663315"/>
          </a:xfrm>
        </p:spPr>
        <p:txBody>
          <a:bodyPr/>
          <a:lstStyle/>
          <a:p>
            <a:r>
              <a:rPr lang="en-US" sz="1800" dirty="0"/>
              <a:t>if you take a photo on your smartphone, the metadata attached to the photo might include information about the date and time the photo was taken, the camera settings used to capture the photo, and the location where the photo was taken.</a:t>
            </a:r>
            <a:br>
              <a:rPr lang="en-US" sz="1800" dirty="0"/>
            </a:br>
            <a:br>
              <a:rPr lang="en-US" sz="1800" dirty="0"/>
            </a:br>
            <a:r>
              <a:rPr lang="en-US" sz="1800" dirty="0"/>
              <a:t> Similarly, in the context of a website, metadata might include information about the page's title, description, keywords, and other details that help search engines and other tools understand what the page is about.</a:t>
            </a:r>
            <a:br>
              <a:rPr lang="en-US" sz="1800" dirty="0"/>
            </a:br>
            <a:br>
              <a:rPr lang="en-US" sz="2000" dirty="0"/>
            </a:br>
            <a:endParaRPr lang="en-US" sz="2000" dirty="0"/>
          </a:p>
        </p:txBody>
      </p:sp>
      <p:sp>
        <p:nvSpPr>
          <p:cNvPr id="4" name="Text Placeholder 3">
            <a:extLst>
              <a:ext uri="{FF2B5EF4-FFF2-40B4-BE49-F238E27FC236}">
                <a16:creationId xmlns:a16="http://schemas.microsoft.com/office/drawing/2014/main" id="{D2BBD890-6A99-C160-C084-2916E2310718}"/>
              </a:ext>
            </a:extLst>
          </p:cNvPr>
          <p:cNvSpPr>
            <a:spLocks noGrp="1"/>
          </p:cNvSpPr>
          <p:nvPr>
            <p:ph type="body" sz="quarter" idx="13"/>
          </p:nvPr>
        </p:nvSpPr>
        <p:spPr>
          <a:xfrm>
            <a:off x="5163560" y="1170432"/>
            <a:ext cx="3932238" cy="588963"/>
          </a:xfrm>
        </p:spPr>
        <p:txBody>
          <a:bodyPr/>
          <a:lstStyle/>
          <a:p>
            <a:pPr algn="ctr"/>
            <a:r>
              <a:rPr lang="en-US" b="1" dirty="0"/>
              <a:t>      Example of Meta-Data</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2"/>
          </p:nvPr>
        </p:nvSpPr>
        <p:spPr/>
        <p:txBody>
          <a:bodyPr/>
          <a:lstStyle/>
          <a:p>
            <a:fld id="{48F63A3B-78C7-47BE-AE5E-E10140E04643}" type="slidenum">
              <a:rPr lang="en-US" smtClean="0"/>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1256833" y="717462"/>
            <a:ext cx="6766560" cy="578498"/>
          </a:xfrm>
        </p:spPr>
        <p:txBody>
          <a:bodyPr/>
          <a:lstStyle/>
          <a:p>
            <a:pPr algn="ctr"/>
            <a:r>
              <a:rPr lang="en-US" sz="1800" dirty="0"/>
              <a:t> </a:t>
            </a:r>
            <a:r>
              <a:rPr lang="en-US" sz="3200" dirty="0">
                <a:latin typeface="Arial" panose="020B0604020202020204" pitchFamily="34" charset="0"/>
                <a:cs typeface="Arial" panose="020B0604020202020204" pitchFamily="34" charset="0"/>
              </a:rPr>
              <a:t>Why We need Meta-Data ? </a:t>
            </a:r>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6</a:t>
            </a:fld>
            <a:endParaRPr lang="en-US" dirty="0"/>
          </a:p>
        </p:txBody>
      </p:sp>
      <p:sp>
        <p:nvSpPr>
          <p:cNvPr id="3" name="Content Placeholder 2">
            <a:extLst>
              <a:ext uri="{FF2B5EF4-FFF2-40B4-BE49-F238E27FC236}">
                <a16:creationId xmlns:a16="http://schemas.microsoft.com/office/drawing/2014/main" id="{2BE8FDE3-DBA4-6A04-C75D-E56FE92EF368}"/>
              </a:ext>
            </a:extLst>
          </p:cNvPr>
          <p:cNvSpPr>
            <a:spLocks noGrp="1"/>
          </p:cNvSpPr>
          <p:nvPr>
            <p:ph idx="1"/>
          </p:nvPr>
        </p:nvSpPr>
        <p:spPr>
          <a:xfrm>
            <a:off x="1700317" y="2078736"/>
            <a:ext cx="5879592" cy="2700528"/>
          </a:xfrm>
        </p:spPr>
        <p:txBody>
          <a:bodyPr/>
          <a:lstStyle/>
          <a:p>
            <a:r>
              <a:rPr lang="en-US" sz="2000" b="1" dirty="0">
                <a:solidFill>
                  <a:srgbClr val="202124"/>
                </a:solidFill>
                <a:effectLst/>
                <a:latin typeface="Arial" panose="020B0604020202020204" pitchFamily="34" charset="0"/>
                <a:ea typeface="Calibri" panose="020F0502020204030204" pitchFamily="34" charset="0"/>
                <a:cs typeface="Arial" panose="020B0604020202020204" pitchFamily="34" charset="0"/>
              </a:rPr>
              <a:t>metadata is the summary and the description about your data that is used to classify, organize, label, and understand data, making sorting and searching for data much easier. Without it, companies can't manage the huge amounts of data created and collected across an enterprise.</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94818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F7D2E-080D-DBDD-73C4-3C38A2B77908}"/>
              </a:ext>
            </a:extLst>
          </p:cNvPr>
          <p:cNvSpPr>
            <a:spLocks noGrp="1"/>
          </p:cNvSpPr>
          <p:nvPr>
            <p:ph type="title"/>
          </p:nvPr>
        </p:nvSpPr>
        <p:spPr>
          <a:xfrm>
            <a:off x="1508760" y="594360"/>
            <a:ext cx="6766560" cy="768096"/>
          </a:xfrm>
        </p:spPr>
        <p:txBody>
          <a:bodyPr/>
          <a:lstStyle/>
          <a:p>
            <a:r>
              <a:rPr lang="en-US" dirty="0"/>
              <a:t>Conclusion </a:t>
            </a:r>
          </a:p>
        </p:txBody>
      </p:sp>
      <p:sp>
        <p:nvSpPr>
          <p:cNvPr id="5" name="Slide Number Placeholder 4">
            <a:extLst>
              <a:ext uri="{FF2B5EF4-FFF2-40B4-BE49-F238E27FC236}">
                <a16:creationId xmlns:a16="http://schemas.microsoft.com/office/drawing/2014/main" id="{BF7F20BE-640F-EFAB-3A43-2AA146DB42BF}"/>
              </a:ext>
            </a:extLst>
          </p:cNvPr>
          <p:cNvSpPr>
            <a:spLocks noGrp="1"/>
          </p:cNvSpPr>
          <p:nvPr>
            <p:ph type="sldNum" sz="quarter" idx="12"/>
          </p:nvPr>
        </p:nvSpPr>
        <p:spPr/>
        <p:txBody>
          <a:bodyPr/>
          <a:lstStyle/>
          <a:p>
            <a:fld id="{48F63A3B-78C7-47BE-AE5E-E10140E04643}" type="slidenum">
              <a:rPr lang="en-US" smtClean="0"/>
              <a:pPr/>
              <a:t>7</a:t>
            </a:fld>
            <a:endParaRPr lang="en-US" dirty="0"/>
          </a:p>
        </p:txBody>
      </p:sp>
      <p:sp>
        <p:nvSpPr>
          <p:cNvPr id="3" name="Content Placeholder 2">
            <a:extLst>
              <a:ext uri="{FF2B5EF4-FFF2-40B4-BE49-F238E27FC236}">
                <a16:creationId xmlns:a16="http://schemas.microsoft.com/office/drawing/2014/main" id="{2BE8FDE3-DBA4-6A04-C75D-E56FE92EF368}"/>
              </a:ext>
            </a:extLst>
          </p:cNvPr>
          <p:cNvSpPr>
            <a:spLocks noGrp="1"/>
          </p:cNvSpPr>
          <p:nvPr>
            <p:ph idx="1"/>
          </p:nvPr>
        </p:nvSpPr>
        <p:spPr>
          <a:xfrm>
            <a:off x="1508760" y="1613542"/>
            <a:ext cx="5879592" cy="3630915"/>
          </a:xfrm>
        </p:spPr>
        <p:txBody>
          <a:bodyPr/>
          <a:lstStyle/>
          <a:p>
            <a:r>
              <a:rPr lang="en-IN" sz="1800" b="1" spc="20" dirty="0">
                <a:solidFill>
                  <a:srgbClr val="000000"/>
                </a:solidFill>
                <a:effectLst/>
                <a:latin typeface="Arial" panose="020B0604020202020204" pitchFamily="34" charset="0"/>
                <a:ea typeface="Times New Roman" panose="02020603050405020304" pitchFamily="18" charset="0"/>
              </a:rPr>
              <a:t>metadata</a:t>
            </a:r>
            <a:r>
              <a:rPr lang="en-IN" sz="1800" b="1" spc="15" dirty="0">
                <a:solidFill>
                  <a:srgbClr val="000000"/>
                </a:solidFill>
                <a:effectLst/>
                <a:latin typeface="Arial" panose="020B0604020202020204" pitchFamily="34" charset="0"/>
                <a:ea typeface="Times New Roman" panose="02020603050405020304" pitchFamily="18" charset="0"/>
              </a:rPr>
              <a:t> can be utilised to carry out a range of other functions: representation, authentication, rights management and digital preservation</a:t>
            </a:r>
          </a:p>
          <a:p>
            <a:endParaRPr lang="en-IN" sz="1800" b="1" spc="15" dirty="0">
              <a:solidFill>
                <a:srgbClr val="000000"/>
              </a:solidFill>
              <a:latin typeface="Arial" panose="020B0604020202020204" pitchFamily="34" charset="0"/>
            </a:endParaRPr>
          </a:p>
          <a:p>
            <a:r>
              <a:rPr lang="en-IN" sz="1800" b="1" spc="20" dirty="0">
                <a:solidFill>
                  <a:srgbClr val="000000"/>
                </a:solidFill>
                <a:effectLst/>
                <a:latin typeface="Arial" panose="020B0604020202020204" pitchFamily="34" charset="0"/>
                <a:ea typeface="Times New Roman" panose="02020603050405020304" pitchFamily="18" charset="0"/>
              </a:rPr>
              <a:t>The main difficulty with metadata is that it can be extremely time-consuming and</a:t>
            </a:r>
            <a:r>
              <a:rPr lang="en-IN" sz="1800" b="1" spc="15" dirty="0">
                <a:solidFill>
                  <a:srgbClr val="000000"/>
                </a:solidFill>
                <a:effectLst/>
                <a:latin typeface="Arial" panose="020B0604020202020204" pitchFamily="34" charset="0"/>
                <a:ea typeface="Times New Roman" panose="02020603050405020304" pitchFamily="18" charset="0"/>
              </a:rPr>
              <a:t> </a:t>
            </a:r>
            <a:r>
              <a:rPr lang="en-IN" sz="1800" b="1" spc="20" dirty="0">
                <a:solidFill>
                  <a:srgbClr val="000000"/>
                </a:solidFill>
                <a:effectLst/>
                <a:latin typeface="Arial" panose="020B0604020202020204" pitchFamily="34" charset="0"/>
                <a:ea typeface="Times New Roman" panose="02020603050405020304" pitchFamily="18" charset="0"/>
              </a:rPr>
              <a:t>expensive to create and maintain</a:t>
            </a:r>
          </a:p>
          <a:p>
            <a:endParaRPr lang="en-IN" sz="1800" b="1" spc="20" dirty="0">
              <a:solidFill>
                <a:srgbClr val="000000"/>
              </a:solidFill>
              <a:latin typeface="Arial" panose="020B0604020202020204" pitchFamily="34" charset="0"/>
            </a:endParaRPr>
          </a:p>
          <a:p>
            <a:r>
              <a:rPr lang="en-IN" sz="1800" b="1" spc="2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advantage is that when combined with content-based approaches, metadata</a:t>
            </a:r>
            <a:r>
              <a:rPr lang="en-IN" sz="1800" b="1" spc="15"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can enhance information retrieval and fulfil a host of additional, but important, administrative roles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b="1" dirty="0"/>
          </a:p>
        </p:txBody>
      </p:sp>
    </p:spTree>
    <p:extLst>
      <p:ext uri="{BB962C8B-B14F-4D97-AF65-F5344CB8AC3E}">
        <p14:creationId xmlns:p14="http://schemas.microsoft.com/office/powerpoint/2010/main" val="883473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716770" y="1138335"/>
            <a:ext cx="4379230" cy="1222310"/>
          </a:xfrm>
        </p:spPr>
        <p:txBody>
          <a:bodyPr/>
          <a:lstStyle/>
          <a:p>
            <a:r>
              <a:rPr lang="en-US" dirty="0"/>
              <a:t>THANK YOU</a:t>
            </a:r>
          </a:p>
        </p:txBody>
      </p:sp>
      <p:sp>
        <p:nvSpPr>
          <p:cNvPr id="4" name="Title 1">
            <a:extLst>
              <a:ext uri="{FF2B5EF4-FFF2-40B4-BE49-F238E27FC236}">
                <a16:creationId xmlns:a16="http://schemas.microsoft.com/office/drawing/2014/main" id="{4DFF326A-42A0-082B-D4AE-51328B7BA189}"/>
              </a:ext>
            </a:extLst>
          </p:cNvPr>
          <p:cNvSpPr txBox="1">
            <a:spLocks/>
          </p:cNvSpPr>
          <p:nvPr/>
        </p:nvSpPr>
        <p:spPr>
          <a:xfrm>
            <a:off x="1527048" y="2771192"/>
            <a:ext cx="4379230" cy="1222310"/>
          </a:xfrm>
          <a:prstGeom prst="rect">
            <a:avLst/>
          </a:prstGeom>
        </p:spPr>
        <p:txBody>
          <a:bodyPr vert="horz" lIns="91440" tIns="0" rIns="91440" bIns="45720" rtlCol="0" anchor="ctr">
            <a:noAutofit/>
          </a:bodyPr>
          <a:lstStyle>
            <a:lvl1pPr algn="l"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a:lstStyle>
          <a:p>
            <a:endParaRPr lang="en-US" dirty="0"/>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{86BF7176-DC84-4A6F-974C-790A7594EFFB}tf78438558_win32</Template>
  <TotalTime>69</TotalTime>
  <Words>358</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Black</vt:lpstr>
      <vt:lpstr>Calibri</vt:lpstr>
      <vt:lpstr>Sabon Next LT</vt:lpstr>
      <vt:lpstr>Office Theme</vt:lpstr>
      <vt:lpstr>Meta-Data extractor for images </vt:lpstr>
      <vt:lpstr>INdex</vt:lpstr>
      <vt:lpstr>Introduction</vt:lpstr>
      <vt:lpstr>Meta-data extraction</vt:lpstr>
      <vt:lpstr>if you take a photo on your smartphone, the metadata attached to the photo might include information about the date and time the photo was taken, the camera settings used to capture the photo, and the location where the photo was taken.   Similarly, in the context of a website, metadata might include information about the page's title, description, keywords, and other details that help search engines and other tools understand what the page is about.  </vt:lpstr>
      <vt:lpstr> Why We need Meta-Data ?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Meta-Data extractor for images</dc:title>
  <dc:subject/>
  <dc:creator>omkar rasal</dc:creator>
  <cp:lastModifiedBy>omkar rasal</cp:lastModifiedBy>
  <cp:revision>1</cp:revision>
  <dcterms:created xsi:type="dcterms:W3CDTF">2023-02-17T16:42:45Z</dcterms:created>
  <dcterms:modified xsi:type="dcterms:W3CDTF">2023-02-17T17:52:57Z</dcterms:modified>
</cp:coreProperties>
</file>