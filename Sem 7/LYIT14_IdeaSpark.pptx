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9AA0A6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589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picture containing logo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3573" y="81285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74503" y="829023"/>
            <a:ext cx="9030900" cy="150558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DEPARTMENT OF </a:t>
            </a:r>
            <a:r>
              <a:rPr lang="en-US" sz="1800" b="1" dirty="0">
                <a:solidFill>
                  <a:schemeClr val="lt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I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nformation </a:t>
            </a:r>
            <a:r>
              <a:rPr lang="en-US" sz="1800" b="1" dirty="0">
                <a:solidFill>
                  <a:schemeClr val="lt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echnology</a:t>
            </a:r>
            <a:endParaRPr lang="en-US" sz="1800" b="1" i="0" u="none" strike="noStrike" cap="none" dirty="0">
              <a:solidFill>
                <a:schemeClr val="lt1"/>
              </a:solidFill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 i="0" u="none" strike="noStrike" cap="none" dirty="0">
                <a:solidFill>
                  <a:schemeClr val="bg1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Aura: AI Based Personal Carbon Footprint Prediction Platform</a:t>
            </a:r>
            <a:endParaRPr lang="en-US" altLang="en-US" sz="2800" b="1" i="0" u="none" strike="noStrike" cap="none" dirty="0">
              <a:solidFill>
                <a:schemeClr val="bg1"/>
              </a:solidFill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Tushar Lalwani,Omkar Rasal and Neil Shah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53573" y="1435502"/>
            <a:ext cx="2869500" cy="65913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Faculty Guide:</a:t>
            </a:r>
            <a:endParaRPr lang="en-US" sz="1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b="1"/>
              <a:t>Prof. Rupali Bhatkhande </a:t>
            </a:r>
            <a:endParaRPr lang="en-US" b="1"/>
          </a:p>
        </p:txBody>
      </p:sp>
      <p:sp>
        <p:nvSpPr>
          <p:cNvPr id="88" name="Google Shape;88;p13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323F4F"/>
                </a:solidFill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MIT SCHOOL OF COMPUTING </a:t>
            </a:r>
            <a:endParaRPr sz="3200" b="0" i="0" u="none" strike="noStrike" cap="none">
              <a:solidFill>
                <a:srgbClr val="323F4F"/>
              </a:solidFill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565130" y="80645"/>
            <a:ext cx="1556385" cy="67437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: LY</a:t>
            </a:r>
            <a:endParaRPr 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ID: LYIT14</a:t>
            </a:r>
            <a:endParaRPr lang="en-US" sz="15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940" y="5107940"/>
            <a:ext cx="3703320" cy="1767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 dirty="0"/>
              <a:t>The Problem of Personalization: Existing carbon footprint calculators are generic, failing to provide advice tailored to a user's specific lifestyle and habits.</a:t>
            </a:r>
            <a:endParaRPr lang="en-US" altLang="en-US" sz="1200" b="1" dirty="0"/>
          </a:p>
          <a:p>
            <a:endParaRPr lang="en-US" altLang="en-US" sz="1200" b="1" dirty="0"/>
          </a:p>
          <a:p>
            <a:r>
              <a:rPr lang="en-US" altLang="en-US" sz="1200" b="1" dirty="0"/>
              <a:t>The Problem of Engagement: Current tools are static, offering no way to track progress over time, which makes it difficult to stay motivated and see the results of one's efforts.</a:t>
            </a:r>
            <a:endParaRPr lang="en-US" altLang="en-US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891906"/>
            <a:ext cx="2453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  <a:r>
              <a:rPr lang="en-US" altLang="en-IN" b="1" dirty="0"/>
              <a:t>:</a:t>
            </a:r>
            <a:r>
              <a:rPr lang="en-IN" b="1" dirty="0"/>
              <a:t>-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579620" y="5237480"/>
            <a:ext cx="3794760" cy="1600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20" b="1" dirty="0"/>
              <a:t>A personalized dashboard to accurately calculate an individual's carbon footprint using a live, scientific API for emission factors.</a:t>
            </a:r>
            <a:endParaRPr lang="en-US" altLang="en-US" sz="112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20" b="1" dirty="0"/>
              <a:t>Progress tracking and data visualization through simple charts and graphs to monitor trends and the results of positive changes over time.</a:t>
            </a:r>
            <a:endParaRPr lang="en-US" altLang="en-US" sz="112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20" b="1" dirty="0"/>
              <a:t>An AI-powered forecasting engine to predict future emissions and provide personalized, high-impact recommendations for reduction</a:t>
            </a:r>
            <a:endParaRPr lang="en-US" altLang="en-US" sz="112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798941" y="4949825"/>
            <a:ext cx="216891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Solution</a:t>
            </a:r>
            <a:r>
              <a:rPr lang="en-US" altLang="en-IN" b="1" dirty="0"/>
              <a:t>:</a:t>
            </a:r>
            <a:r>
              <a:rPr lang="en-IN" b="1" dirty="0"/>
              <a:t>-</a:t>
            </a:r>
            <a:endParaRPr lang="en-IN" b="1" dirty="0"/>
          </a:p>
        </p:txBody>
      </p:sp>
      <p:sp>
        <p:nvSpPr>
          <p:cNvPr id="6" name="TextBox 10"/>
          <p:cNvSpPr txBox="1"/>
          <p:nvPr/>
        </p:nvSpPr>
        <p:spPr>
          <a:xfrm>
            <a:off x="8629015" y="5199380"/>
            <a:ext cx="3562350" cy="165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/>
              <a:t>Expand the calculator to include more lifestyle categories, such as different home energy sources and personal waste recycling, for a more complete footprint analysis.</a:t>
            </a:r>
            <a:endParaRPr lang="en-US" alt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/>
              <a:t>Introduce automated tracking by securely connecting with other apps (like travel or utility services) to reduce manual data entry for the user.</a:t>
            </a:r>
            <a:endParaRPr lang="en-US" altLang="en-US" sz="1200" b="1" dirty="0"/>
          </a:p>
        </p:txBody>
      </p:sp>
      <p:sp>
        <p:nvSpPr>
          <p:cNvPr id="8" name="TextBox 12"/>
          <p:cNvSpPr txBox="1"/>
          <p:nvPr/>
        </p:nvSpPr>
        <p:spPr>
          <a:xfrm>
            <a:off x="9325856" y="4891405"/>
            <a:ext cx="216891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IN" b="1" dirty="0"/>
              <a:t>Future Scope:-</a:t>
            </a:r>
            <a:endParaRPr lang="en-US" altLang="en-IN" b="1" dirty="0"/>
          </a:p>
        </p:txBody>
      </p:sp>
      <p:pic>
        <p:nvPicPr>
          <p:cNvPr id="2" name="Picture 1" descr="Add a subhe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4895"/>
            <a:ext cx="3893820" cy="2613025"/>
          </a:xfrm>
          <a:prstGeom prst="rect">
            <a:avLst/>
          </a:prstGeom>
        </p:spPr>
      </p:pic>
      <p:pic>
        <p:nvPicPr>
          <p:cNvPr id="3" name="Picture 2" descr="Peach Yellow Grid Mind Map Brainsto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90" y="2334260"/>
            <a:ext cx="4614545" cy="2616200"/>
          </a:xfrm>
          <a:prstGeom prst="rect">
            <a:avLst/>
          </a:prstGeom>
        </p:spPr>
      </p:pic>
      <p:pic>
        <p:nvPicPr>
          <p:cNvPr id="4" name="Picture 3" descr="Screenshot 2025-08-18 2026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595" y="2586355"/>
            <a:ext cx="3621405" cy="23641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758555" y="2353945"/>
            <a:ext cx="32689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/>
              <a:t>Proposed Block Diagram: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1347</Words>
  <Application>WPS Presentation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Calibri</vt:lpstr>
      <vt:lpstr>Century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Tushar Lalwani</cp:lastModifiedBy>
  <cp:revision>8</cp:revision>
  <dcterms:created xsi:type="dcterms:W3CDTF">2024-09-02T03:33:00Z</dcterms:created>
  <dcterms:modified xsi:type="dcterms:W3CDTF">2025-08-18T17:09:42Z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  <property fmtid="{D5CDD505-2E9C-101B-9397-08002B2CF9AE}" pid="9" name="ICV">
    <vt:lpwstr>7A3C2E200E3E477D99E1C8B8D22D27BA_13</vt:lpwstr>
  </property>
  <property fmtid="{D5CDD505-2E9C-101B-9397-08002B2CF9AE}" pid="10" name="KSOProductBuildVer">
    <vt:lpwstr>1033-12.2.0.21931</vt:lpwstr>
  </property>
</Properties>
</file>